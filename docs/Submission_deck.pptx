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2"/>
  </p:notesMasterIdLst>
  <p:handoutMasterIdLst>
    <p:handoutMasterId r:id="rId13"/>
  </p:handoutMasterIdLst>
  <p:sldIdLst>
    <p:sldId id="337" r:id="rId5"/>
    <p:sldId id="354" r:id="rId6"/>
    <p:sldId id="342" r:id="rId7"/>
    <p:sldId id="372" r:id="rId8"/>
    <p:sldId id="374" r:id="rId9"/>
    <p:sldId id="375" r:id="rId10"/>
    <p:sldId id="370" r:id="rId11"/>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1pPr>
    <a:lvl2pPr marL="0" marR="0" indent="4572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2pPr>
    <a:lvl3pPr marL="0" marR="0" indent="9144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3pPr>
    <a:lvl4pPr marL="0" marR="0" indent="13716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4pPr>
    <a:lvl5pPr marL="0" marR="0" indent="18288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5pPr>
    <a:lvl6pPr marL="0" marR="0" indent="22860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6pPr>
    <a:lvl7pPr marL="0" marR="0" indent="27432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7pPr>
    <a:lvl8pPr marL="0" marR="0" indent="32004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8pPr>
    <a:lvl9pPr marL="0" marR="0" indent="36576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9pPr>
  </p:defaultTextStyle>
  <p:extLst>
    <p:ext uri="{521415D9-36F7-43E2-AB2F-B90AF26B5E84}">
      <p14:sectionLst xmlns:p14="http://schemas.microsoft.com/office/powerpoint/2010/main">
        <p14:section name="Default Section" id="{6C324C1D-D0BD-8043-9069-CA71A62BB3BD}">
          <p14:sldIdLst>
            <p14:sldId id="337"/>
            <p14:sldId id="354"/>
            <p14:sldId id="342"/>
            <p14:sldId id="372"/>
            <p14:sldId id="374"/>
            <p14:sldId id="375"/>
            <p14:sldId id="3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A2B3"/>
    <a:srgbClr val="C861C8"/>
    <a:srgbClr val="303434"/>
    <a:srgbClr val="434548"/>
    <a:srgbClr val="616161"/>
    <a:srgbClr val="B9B9B9"/>
    <a:srgbClr val="DADADA"/>
    <a:srgbClr val="F7F7F7"/>
    <a:srgbClr val="721372"/>
    <a:srgbClr val="FFC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A8FB54-9E15-1B4E-8570-EA08DE6115C5}" v="13" dt="2026-05-14T16:55:49.76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rial"/>
          <a:ea typeface="Arial"/>
          <a:cs typeface="Arial"/>
        </a:font>
        <a:schemeClr val="accent4">
          <a:hueOff val="-839560"/>
          <a:satOff val="19935"/>
          <a:lumOff val="-15534"/>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FDCECA"/>
          </a:solidFill>
        </a:fill>
      </a:tcStyle>
    </a:wholeTbl>
    <a:band2H>
      <a:tcTxStyle/>
      <a:tcStyle>
        <a:tcBdr/>
        <a:fill>
          <a:solidFill>
            <a:srgbClr val="FEE8E7"/>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firstRow>
  </a:tblStyle>
  <a:tblStyle styleId="{C7B018BB-80A7-4F77-B60F-C8B233D01FF8}"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rgbClr val="000000"/>
      </a:tcTxStyle>
      <a:tcStyle>
        <a:tcBdr>
          <a:left>
            <a:ln w="9525" cap="flat">
              <a:solidFill>
                <a:srgbClr val="000000"/>
              </a:solidFill>
              <a:prstDash val="solid"/>
              <a:round/>
            </a:ln>
          </a:left>
          <a:right>
            <a:ln w="9525" cap="flat">
              <a:solidFill>
                <a:srgbClr val="000000"/>
              </a:solidFill>
              <a:prstDash val="solid"/>
              <a:round/>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9525" cap="flat">
              <a:solidFill>
                <a:srgbClr val="000000"/>
              </a:solidFill>
              <a:prstDash val="solid"/>
              <a:round/>
            </a:ln>
          </a:bottom>
          <a:insideH>
            <a:ln w="12700" cap="flat">
              <a:noFill/>
              <a:miter lim="400000"/>
            </a:ln>
          </a:insideH>
          <a:insideV>
            <a:ln w="12700" cap="flat">
              <a:noFill/>
              <a:miter lim="400000"/>
            </a:ln>
          </a:insideV>
        </a:tcBdr>
        <a:fill>
          <a:no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9525" cap="flat">
              <a:solidFill>
                <a:srgbClr val="000000"/>
              </a:solidFill>
              <a:prstDash val="solid"/>
              <a:round/>
            </a:ln>
          </a:top>
          <a:bottom>
            <a:ln w="9525" cap="flat">
              <a:solidFill>
                <a:srgbClr val="000000"/>
              </a:solidFill>
              <a:prstDash val="solid"/>
              <a:round/>
            </a:ln>
          </a:bottom>
          <a:insideH>
            <a:ln w="12700" cap="flat">
              <a:noFill/>
              <a:miter lim="400000"/>
            </a:ln>
          </a:insideH>
          <a:insideV>
            <a:ln w="12700" cap="flat">
              <a:noFill/>
              <a:miter lim="400000"/>
            </a:ln>
          </a:insideV>
        </a:tcBdr>
        <a:fill>
          <a:solidFill>
            <a:srgbClr val="000000"/>
          </a:solidFill>
        </a:fill>
      </a:tcStyle>
    </a:firstRow>
  </a:tblStyle>
  <a:tblStyle styleId="{EEE7283C-3CF3-47DC-8721-378D4A62B228}"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rgbClr val="000000"/>
      </a:tcTxStyle>
      <a:tcStyle>
        <a:tcBdr>
          <a:left>
            <a:ln w="9525" cap="flat">
              <a:solidFill>
                <a:srgbClr val="0C65CD"/>
              </a:solidFill>
              <a:prstDash val="solid"/>
              <a:round/>
            </a:ln>
          </a:left>
          <a:right>
            <a:ln w="9525" cap="flat">
              <a:solidFill>
                <a:srgbClr val="0C65CD"/>
              </a:solidFill>
              <a:prstDash val="solid"/>
              <a:round/>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chemeClr val="accent6"/>
              </a:solidFill>
              <a:prstDash val="solid"/>
              <a:round/>
            </a:ln>
          </a:top>
          <a:bottom>
            <a:ln w="9525" cap="flat">
              <a:solidFill>
                <a:srgbClr val="0C65CD"/>
              </a:solidFill>
              <a:prstDash val="solid"/>
              <a:round/>
            </a:ln>
          </a:bottom>
          <a:insideH>
            <a:ln w="12700" cap="flat">
              <a:noFill/>
              <a:miter lim="400000"/>
            </a:ln>
          </a:insideH>
          <a:insideV>
            <a:ln w="12700" cap="flat">
              <a:noFill/>
              <a:miter lim="400000"/>
            </a:ln>
          </a:insideV>
        </a:tcBdr>
        <a:fill>
          <a:no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9525" cap="flat">
              <a:solidFill>
                <a:srgbClr val="0C65CD"/>
              </a:solidFill>
              <a:prstDash val="solid"/>
              <a:round/>
            </a:ln>
          </a:top>
          <a:bottom>
            <a:ln w="9525" cap="flat">
              <a:solidFill>
                <a:srgbClr val="0C65CD"/>
              </a:solidFill>
              <a:prstDash val="solid"/>
              <a:round/>
            </a:ln>
          </a:bottom>
          <a:insideH>
            <a:ln w="12700" cap="flat">
              <a:noFill/>
              <a:miter lim="400000"/>
            </a:ln>
          </a:insideH>
          <a:insideV>
            <a:ln w="12700" cap="flat">
              <a:noFill/>
              <a:miter lim="400000"/>
            </a:ln>
          </a:insideV>
        </a:tcBdr>
        <a:fill>
          <a:solidFill>
            <a:schemeClr val="accent6"/>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F2CBD1"/>
          </a:solidFill>
        </a:fill>
      </a:tcStyle>
    </a:wholeTbl>
    <a:band2H>
      <a:tcTxStyle/>
      <a:tcStyle>
        <a:tcBdr/>
        <a:fill>
          <a:solidFill>
            <a:srgbClr val="F8E7E9"/>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CAD2ED"/>
          </a:solidFill>
        </a:fill>
      </a:tcStyle>
    </a:wholeTbl>
    <a:band2H>
      <a:tcTxStyle/>
      <a:tcStyle>
        <a:tcBdr/>
        <a:fill>
          <a:solidFill>
            <a:srgbClr val="E6EAF6"/>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firstRow>
  </a:tblStyle>
  <a:tblStyle styleId="{2708684C-4D16-4618-839F-0558EEFCDFE6}"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057894"/>
              <a:satOff val="4889"/>
              <a:lumOff val="-33725"/>
            </a:schemeClr>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3">
              <a:hueOff val="-3600000"/>
              <a:lumOff val="3392"/>
            </a:schemeClr>
          </a:solid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hueOff val="1057894"/>
              <a:satOff val="4889"/>
              <a:lumOff val="-33725"/>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30"/>
  </p:normalViewPr>
  <p:slideViewPr>
    <p:cSldViewPr snapToGrid="0">
      <p:cViewPr varScale="1">
        <p:scale>
          <a:sx n="113" d="100"/>
          <a:sy n="113" d="100"/>
        </p:scale>
        <p:origin x="808" y="176"/>
      </p:cViewPr>
      <p:guideLst/>
    </p:cSldViewPr>
  </p:slideViewPr>
  <p:notesTextViewPr>
    <p:cViewPr>
      <p:scale>
        <a:sx n="1" d="1"/>
        <a:sy n="1" d="1"/>
      </p:scale>
      <p:origin x="0" y="0"/>
    </p:cViewPr>
  </p:notesTextViewPr>
  <p:sorterViewPr>
    <p:cViewPr>
      <p:scale>
        <a:sx n="100" d="100"/>
        <a:sy n="100" d="100"/>
      </p:scale>
      <p:origin x="0" y="-7698"/>
    </p:cViewPr>
  </p:sorter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6FAA0A-FC1C-16A3-947D-27CA299F0CC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T"/>
          </a:p>
        </p:txBody>
      </p:sp>
      <p:sp>
        <p:nvSpPr>
          <p:cNvPr id="3" name="Date Placeholder 2">
            <a:extLst>
              <a:ext uri="{FF2B5EF4-FFF2-40B4-BE49-F238E27FC236}">
                <a16:creationId xmlns:a16="http://schemas.microsoft.com/office/drawing/2014/main" id="{70307311-BDEC-D4A7-5DDC-01B587EB82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C8BDA8-95A5-5741-9E04-1D392DE0C9D6}" type="datetimeFigureOut">
              <a:rPr lang="en-MT" smtClean="0"/>
              <a:t>05/14/2026</a:t>
            </a:fld>
            <a:endParaRPr lang="en-MT"/>
          </a:p>
        </p:txBody>
      </p:sp>
      <p:sp>
        <p:nvSpPr>
          <p:cNvPr id="4" name="Footer Placeholder 3">
            <a:extLst>
              <a:ext uri="{FF2B5EF4-FFF2-40B4-BE49-F238E27FC236}">
                <a16:creationId xmlns:a16="http://schemas.microsoft.com/office/drawing/2014/main" id="{E3FCE49B-559A-A90A-CAF1-B34EC18C782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T"/>
          </a:p>
        </p:txBody>
      </p:sp>
      <p:sp>
        <p:nvSpPr>
          <p:cNvPr id="5" name="Slide Number Placeholder 4">
            <a:extLst>
              <a:ext uri="{FF2B5EF4-FFF2-40B4-BE49-F238E27FC236}">
                <a16:creationId xmlns:a16="http://schemas.microsoft.com/office/drawing/2014/main" id="{DE2AC87E-DA3E-6219-6F13-32E8211534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4EB7B2-FA3B-F342-8F52-824AF5CBEE2B}" type="slidenum">
              <a:rPr lang="en-MT" smtClean="0"/>
              <a:t>‹#›</a:t>
            </a:fld>
            <a:endParaRPr lang="en-MT"/>
          </a:p>
        </p:txBody>
      </p:sp>
    </p:spTree>
    <p:extLst>
      <p:ext uri="{BB962C8B-B14F-4D97-AF65-F5344CB8AC3E}">
        <p14:creationId xmlns:p14="http://schemas.microsoft.com/office/powerpoint/2010/main" val="3438606221"/>
      </p:ext>
    </p:extLst>
  </p:cSld>
  <p:clrMap bg1="lt1" tx1="dk1" bg2="lt2" tx2="dk2" accent1="accent1" accent2="accent2" accent3="accent3" accent4="accent4" accent5="accent5" accent6="accent6" hlink="hlink" folHlink="folHlink"/>
</p:handoutMaster>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38" name="Shape 1338"/>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339" name="Shape 1339"/>
          <p:cNvSpPr>
            <a:spLocks noGrp="1"/>
          </p:cNvSpPr>
          <p:nvPr>
            <p:ph type="body" sz="quarter" idx="1"/>
          </p:nvPr>
        </p:nvSpPr>
        <p:spPr>
          <a:xfrm>
            <a:off x="914400" y="4343400"/>
            <a:ext cx="5029200" cy="4114800"/>
          </a:xfrm>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defTabSz="457200" latinLnBrk="0">
      <a:defRPr sz="1200" b="0" i="0">
        <a:latin typeface="Arial" panose="020B0604020202020204" pitchFamily="34" charset="0"/>
        <a:ea typeface="+mn-ea"/>
        <a:cs typeface="Arial" panose="020B0604020202020204" pitchFamily="34" charset="0"/>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slideLayouts/_rels/slideLayout1.xml.rels><?xml version="1.0" encoding="UTF-8"?><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0.xml.rels><?xml version="1.0" encoding="UTF-8"?><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4.xml.rels><?xml version="1.0" encoding="UTF-8"?><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5.xml.rels><?xml version="1.0" encoding="UTF-8"?><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20.xml.rels><?xml version="1.0" encoding="UTF-8"?><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1.xml.rels><?xml version="1.0" encoding="UTF-8"?><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2.xml.rels><?xml version="1.0" encoding="UTF-8"?><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A73C4D-E2FF-BC90-DBF6-09E2EA6F6D72}"/>
              </a:ext>
            </a:extLst>
          </p:cNvPr>
          <p:cNvPicPr>
            <a:picLocks noChangeAspect="1"/>
          </p:cNvPicPr>
          <p:nvPr userDrawn="1"/>
        </p:nvPicPr>
        <p:blipFill>
          <a:blip r:embed="rId2"/>
          <a:stretch>
            <a:fillRect/>
          </a:stretch>
        </p:blipFill>
        <p:spPr>
          <a:xfrm>
            <a:off x="10197670" y="5461000"/>
            <a:ext cx="1816100" cy="1206500"/>
          </a:xfrm>
          <a:prstGeom prst="rect">
            <a:avLst/>
          </a:prstGeom>
        </p:spPr>
      </p:pic>
      <p:pic>
        <p:nvPicPr>
          <p:cNvPr id="5" name="Picture 4">
            <a:extLst>
              <a:ext uri="{FF2B5EF4-FFF2-40B4-BE49-F238E27FC236}">
                <a16:creationId xmlns:a16="http://schemas.microsoft.com/office/drawing/2014/main" id="{6169F764-5DCA-C9B6-5696-0A62DF5AD932}"/>
              </a:ext>
            </a:extLst>
          </p:cNvPr>
          <p:cNvPicPr>
            <a:picLocks noChangeAspect="1"/>
          </p:cNvPicPr>
          <p:nvPr userDrawn="1"/>
        </p:nvPicPr>
        <p:blipFill>
          <a:blip r:embed="rId3"/>
          <a:stretch>
            <a:fillRect/>
          </a:stretch>
        </p:blipFill>
        <p:spPr>
          <a:xfrm>
            <a:off x="165529" y="190499"/>
            <a:ext cx="1816100" cy="1206500"/>
          </a:xfrm>
          <a:prstGeom prst="rect">
            <a:avLst/>
          </a:prstGeom>
        </p:spPr>
      </p:pic>
      <p:sp>
        <p:nvSpPr>
          <p:cNvPr id="162"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xml:space="preserve"> </a:t>
            </a:r>
          </a:p>
        </p:txBody>
      </p:sp>
      <p:sp>
        <p:nvSpPr>
          <p:cNvPr id="163"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164" name="Presentation subtitle goes here."/>
          <p:cNvSpPr txBox="1">
            <a:spLocks noGrp="1"/>
          </p:cNvSpPr>
          <p:nvPr>
            <p:ph type="body" sz="quarter" idx="21" hasCustomPrompt="1"/>
          </p:nvPr>
        </p:nvSpPr>
        <p:spPr>
          <a:xfrm>
            <a:off x="640800" y="5850000"/>
            <a:ext cx="3818481" cy="630165"/>
          </a:xfrm>
          <a:prstGeom prst="rect">
            <a:avLst/>
          </a:prstGeom>
        </p:spPr>
        <p:txBody>
          <a:bodyPr lIns="0" tIns="0" rIns="0" bIns="0"/>
          <a:lstStyle>
            <a:lvl1pPr>
              <a:lnSpc>
                <a:spcPts val="1000"/>
              </a:lnSpc>
              <a:spcBef>
                <a:spcPts val="0"/>
              </a:spcBef>
              <a:tabLst>
                <a:tab pos="2222500" algn="l"/>
              </a:tabLst>
              <a:defRPr sz="700" spc="-25">
                <a:solidFill>
                  <a:srgbClr val="A32200"/>
                </a:solidFill>
              </a:defRPr>
            </a:lvl1pPr>
          </a:lstStyle>
          <a:p>
            <a:r>
              <a:rPr dirty="0"/>
              <a:t>Presentation subtitle goes here.</a:t>
            </a:r>
          </a:p>
        </p:txBody>
      </p:sp>
      <p:sp>
        <p:nvSpPr>
          <p:cNvPr id="166" name="Presentation subtitle goes here."/>
          <p:cNvSpPr txBox="1">
            <a:spLocks noGrp="1"/>
          </p:cNvSpPr>
          <p:nvPr>
            <p:ph type="body" sz="quarter" idx="23" hasCustomPrompt="1"/>
          </p:nvPr>
        </p:nvSpPr>
        <p:spPr>
          <a:xfrm>
            <a:off x="640800" y="4574120"/>
            <a:ext cx="8822225" cy="914427"/>
          </a:xfrm>
          <a:prstGeom prst="rect">
            <a:avLst/>
          </a:prstGeom>
        </p:spPr>
        <p:txBody>
          <a:bodyPr lIns="0" tIns="0" rIns="0" bIns="0"/>
          <a:lstStyle>
            <a:lvl1pPr>
              <a:lnSpc>
                <a:spcPts val="2000"/>
              </a:lnSpc>
              <a:spcBef>
                <a:spcPts val="0"/>
              </a:spcBef>
              <a:tabLst>
                <a:tab pos="2222500" algn="l"/>
              </a:tabLst>
              <a:defRPr sz="2000" spc="-71">
                <a:solidFill>
                  <a:schemeClr val="bg1"/>
                </a:solidFill>
              </a:defRPr>
            </a:lvl1pPr>
          </a:lstStyle>
          <a:p>
            <a:r>
              <a:rPr dirty="0"/>
              <a:t>Presentation subtitle goes here.</a:t>
            </a:r>
          </a:p>
        </p:txBody>
      </p:sp>
      <p:sp>
        <p:nvSpPr>
          <p:cNvPr id="10" name="Subtitle 2">
            <a:extLst>
              <a:ext uri="{FF2B5EF4-FFF2-40B4-BE49-F238E27FC236}">
                <a16:creationId xmlns:a16="http://schemas.microsoft.com/office/drawing/2014/main" id="{2F44458A-4D04-C6D0-24DA-103FE0768467}"/>
              </a:ext>
            </a:extLst>
          </p:cNvPr>
          <p:cNvSpPr>
            <a:spLocks noGrp="1"/>
          </p:cNvSpPr>
          <p:nvPr>
            <p:ph type="subTitle" idx="1" hasCustomPrompt="1"/>
          </p:nvPr>
        </p:nvSpPr>
        <p:spPr>
          <a:xfrm>
            <a:off x="644227" y="2845823"/>
            <a:ext cx="8820000" cy="1513235"/>
          </a:xfrm>
          <a:prstGeom prst="rect">
            <a:avLst/>
          </a:prstGeom>
        </p:spPr>
        <p:txBody>
          <a:bodyPr wrap="square" lIns="0" tIns="0" rIns="0" bIns="0" anchor="t" anchorCtr="0">
            <a:noAutofit/>
          </a:bodyPr>
          <a:lstStyle>
            <a:lvl1pPr marL="0" indent="0" algn="l">
              <a:lnSpc>
                <a:spcPts val="5500"/>
              </a:lnSpc>
              <a:spcBef>
                <a:spcPts val="800"/>
              </a:spcBef>
              <a:buNone/>
              <a:defRPr sz="6000" b="1" i="0" spc="-300">
                <a:solidFill>
                  <a:schemeClr val="tx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Presentation title</a:t>
            </a:r>
          </a:p>
          <a:p>
            <a:r>
              <a:rPr lang="en-US" dirty="0"/>
              <a:t>goes here.</a:t>
            </a:r>
          </a:p>
        </p:txBody>
      </p:sp>
      <p:pic>
        <p:nvPicPr>
          <p:cNvPr id="2" name="Picture 1">
            <a:extLst>
              <a:ext uri="{FF2B5EF4-FFF2-40B4-BE49-F238E27FC236}">
                <a16:creationId xmlns:a16="http://schemas.microsoft.com/office/drawing/2014/main" id="{D3154DDD-3D9A-5E49-4676-55F39F4870EE}"/>
              </a:ext>
            </a:extLst>
          </p:cNvPr>
          <p:cNvPicPr>
            <a:picLocks noChangeAspect="1"/>
          </p:cNvPicPr>
          <p:nvPr userDrawn="1"/>
        </p:nvPicPr>
        <p:blipFill>
          <a:blip r:embed="rId4"/>
          <a:stretch>
            <a:fillRect/>
          </a:stretch>
        </p:blipFill>
        <p:spPr>
          <a:xfrm>
            <a:off x="10121449" y="507429"/>
            <a:ext cx="1496116" cy="748058"/>
          </a:xfrm>
          <a:prstGeom prst="rect">
            <a:avLst/>
          </a:prstGeom>
        </p:spPr>
      </p:pic>
    </p:spTree>
    <p:extLst>
      <p:ext uri="{BB962C8B-B14F-4D97-AF65-F5344CB8AC3E}">
        <p14:creationId xmlns:p14="http://schemas.microsoft.com/office/powerpoint/2010/main" val="81060303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rgbClr val="0BA2B3"/>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4F7324-CA8B-196E-4623-63A5CEE8EAF1}"/>
              </a:ext>
            </a:extLst>
          </p:cNvPr>
          <p:cNvPicPr>
            <a:picLocks noChangeAspect="1"/>
          </p:cNvPicPr>
          <p:nvPr userDrawn="1"/>
        </p:nvPicPr>
        <p:blipFill>
          <a:blip r:embed="rId2"/>
          <a:stretch>
            <a:fillRect/>
          </a:stretch>
        </p:blipFill>
        <p:spPr>
          <a:xfrm>
            <a:off x="10489770" y="5461000"/>
            <a:ext cx="1524000" cy="1206500"/>
          </a:xfrm>
          <a:prstGeom prst="rect">
            <a:avLst/>
          </a:prstGeom>
        </p:spPr>
      </p:pic>
      <p:sp>
        <p:nvSpPr>
          <p:cNvPr id="402"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xml:space="preserve"> </a:t>
            </a:r>
          </a:p>
        </p:txBody>
      </p:sp>
      <p:sp>
        <p:nvSpPr>
          <p:cNvPr id="404" name="Presentation subtitle goes here."/>
          <p:cNvSpPr txBox="1">
            <a:spLocks noGrp="1"/>
          </p:cNvSpPr>
          <p:nvPr>
            <p:ph type="body" sz="quarter" idx="22" hasCustomPrompt="1"/>
          </p:nvPr>
        </p:nvSpPr>
        <p:spPr>
          <a:xfrm>
            <a:off x="640800" y="5886454"/>
            <a:ext cx="8280000" cy="451754"/>
          </a:xfrm>
          <a:prstGeom prst="rect">
            <a:avLst/>
          </a:prstGeom>
        </p:spPr>
        <p:txBody>
          <a:bodyPr lIns="0" tIns="0" rIns="0" bIns="0"/>
          <a:lstStyle>
            <a:lvl1pPr>
              <a:lnSpc>
                <a:spcPts val="1500"/>
              </a:lnSpc>
              <a:spcBef>
                <a:spcPts val="0"/>
              </a:spcBef>
              <a:tabLst>
                <a:tab pos="2222500" algn="l"/>
              </a:tabLst>
              <a:defRPr sz="1500" spc="-53">
                <a:solidFill>
                  <a:schemeClr val="bg1"/>
                </a:solidFill>
              </a:defRPr>
            </a:lvl1pPr>
          </a:lstStyle>
          <a:p>
            <a:r>
              <a:rPr dirty="0"/>
              <a:t>Presentation subtitle goes here.</a:t>
            </a:r>
          </a:p>
        </p:txBody>
      </p:sp>
      <p:sp>
        <p:nvSpPr>
          <p:cNvPr id="411"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2" name="Title 1">
            <a:extLst>
              <a:ext uri="{FF2B5EF4-FFF2-40B4-BE49-F238E27FC236}">
                <a16:creationId xmlns:a16="http://schemas.microsoft.com/office/drawing/2014/main" id="{C47FAC7F-2270-BA58-47C4-1CCA98AFDC48}"/>
              </a:ext>
            </a:extLst>
          </p:cNvPr>
          <p:cNvSpPr>
            <a:spLocks noGrp="1"/>
          </p:cNvSpPr>
          <p:nvPr>
            <p:ph type="title" hasCustomPrompt="1"/>
          </p:nvPr>
        </p:nvSpPr>
        <p:spPr>
          <a:xfrm>
            <a:off x="640800" y="4843803"/>
            <a:ext cx="8280000" cy="1037888"/>
          </a:xfrm>
          <a:prstGeom prst="rect">
            <a:avLst/>
          </a:prstGeom>
        </p:spPr>
        <p:txBody>
          <a:bodyPr lIns="0" tIns="0" rIns="0" bIns="0"/>
          <a:lstStyle>
            <a:lvl1pPr>
              <a:lnSpc>
                <a:spcPts val="4000"/>
              </a:lnSpc>
              <a:spcBef>
                <a:spcPts val="0"/>
              </a:spcBef>
              <a:defRPr sz="4000" spc="-220" baseline="0">
                <a:solidFill>
                  <a:srgbClr val="FFFFFF"/>
                </a:solidFill>
              </a:defRPr>
            </a:lvl1pPr>
          </a:lstStyle>
          <a:p>
            <a:r>
              <a:rPr lang="en-GB" dirty="0"/>
              <a:t>Presentation title goes here</a:t>
            </a:r>
            <a:br>
              <a:rPr lang="en-GB" dirty="0"/>
            </a:br>
            <a:r>
              <a:rPr lang="en-GB" dirty="0"/>
              <a:t>in maximum 2 lines.</a:t>
            </a:r>
            <a:endParaRPr lang="en-RS" dirty="0"/>
          </a:p>
        </p:txBody>
      </p:sp>
      <p:pic>
        <p:nvPicPr>
          <p:cNvPr id="6" name="Picture 5">
            <a:extLst>
              <a:ext uri="{FF2B5EF4-FFF2-40B4-BE49-F238E27FC236}">
                <a16:creationId xmlns:a16="http://schemas.microsoft.com/office/drawing/2014/main" id="{133CDE45-56ED-B37C-C67D-C43BC1CBB05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616196" y="435122"/>
            <a:ext cx="1116970" cy="363664"/>
          </a:xfrm>
          <a:prstGeom prst="rect">
            <a:avLst/>
          </a:prstGeom>
        </p:spPr>
      </p:pic>
    </p:spTree>
    <p:extLst>
      <p:ext uri="{BB962C8B-B14F-4D97-AF65-F5344CB8AC3E}">
        <p14:creationId xmlns:p14="http://schemas.microsoft.com/office/powerpoint/2010/main" val="370291974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chemeClr val="bg1"/>
              </a:buClr>
              <a:buSzPct val="100000"/>
              <a:defRPr>
                <a:solidFill>
                  <a:schemeClr val="bg1"/>
                </a:solidFill>
              </a:defRPr>
            </a:lvl1pPr>
            <a:lvl2pPr>
              <a:buClr>
                <a:schemeClr val="bg1"/>
              </a:buClr>
              <a:buSzPct val="100000"/>
              <a:defRPr baseline="0">
                <a:solidFill>
                  <a:schemeClr val="bg1"/>
                </a:solidFill>
              </a:defRPr>
            </a:lvl2pPr>
            <a:lvl3pPr>
              <a:buClr>
                <a:schemeClr val="bg1"/>
              </a:buClr>
              <a:buSzPct val="100000"/>
              <a:defRPr>
                <a:solidFill>
                  <a:schemeClr val="bg1"/>
                </a:solidFill>
              </a:defRPr>
            </a:lvl3pPr>
            <a:lvl4pPr>
              <a:buClr>
                <a:schemeClr val="bg1"/>
              </a:buClr>
              <a:buSzPct val="100000"/>
              <a:defRPr>
                <a:solidFill>
                  <a:schemeClr val="bg1"/>
                </a:solidFill>
              </a:defRPr>
            </a:lvl4pPr>
            <a:lvl5pPr>
              <a:buClr>
                <a:schemeClr val="bg1"/>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2854849"/>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rgbClr val="FFFFFF"/>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rgbClr val="FFFFFF"/>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rgbClr val="FFFFFF"/>
              </a:buClr>
              <a:buSzPct val="100000"/>
              <a:defRPr>
                <a:solidFill>
                  <a:srgbClr val="FFFFFF"/>
                </a:solidFill>
              </a:defRPr>
            </a:lvl1pPr>
            <a:lvl2pPr>
              <a:buClr>
                <a:srgbClr val="FFFFFF"/>
              </a:buClr>
              <a:buSzPct val="100000"/>
              <a:defRPr baseline="0">
                <a:solidFill>
                  <a:srgbClr val="FFFFFF"/>
                </a:solidFill>
              </a:defRPr>
            </a:lvl2pPr>
            <a:lvl3pPr>
              <a:buClr>
                <a:srgbClr val="FFFFFF"/>
              </a:buClr>
              <a:buSzPct val="100000"/>
              <a:defRPr>
                <a:solidFill>
                  <a:srgbClr val="FFFFFF"/>
                </a:solidFill>
              </a:defRPr>
            </a:lvl3pPr>
            <a:lvl4pPr>
              <a:buClr>
                <a:srgbClr val="FFFFFF"/>
              </a:buClr>
              <a:buSzPct val="100000"/>
              <a:defRPr>
                <a:solidFill>
                  <a:srgbClr val="FFFFFF"/>
                </a:solidFill>
              </a:defRPr>
            </a:lvl4pPr>
            <a:lvl5pPr>
              <a:buClr>
                <a:srgbClr val="FFFFFF"/>
              </a:buClr>
              <a:buSzPct val="100000"/>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26">
            <a:extLst>
              <a:ext uri="{FF2B5EF4-FFF2-40B4-BE49-F238E27FC236}">
                <a16:creationId xmlns:a16="http://schemas.microsoft.com/office/drawing/2014/main" id="{1AF881B0-6E18-8D27-53FB-8E78FA3095F7}"/>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B8B9E036-63B8-BABD-33F1-5BC9082BA90C}"/>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74842955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Teal">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rgbClr val="FFFFFF"/>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rgbClr val="FFFFFF"/>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rgbClr val="FFFFFF"/>
              </a:buClr>
              <a:buSzPct val="100000"/>
              <a:defRPr>
                <a:solidFill>
                  <a:srgbClr val="FFFFFF"/>
                </a:solidFill>
              </a:defRPr>
            </a:lvl1pPr>
            <a:lvl2pPr>
              <a:buClr>
                <a:srgbClr val="FFFFFF"/>
              </a:buClr>
              <a:buSzPct val="100000"/>
              <a:defRPr baseline="0">
                <a:solidFill>
                  <a:srgbClr val="FFFFFF"/>
                </a:solidFill>
              </a:defRPr>
            </a:lvl2pPr>
            <a:lvl3pPr>
              <a:buClr>
                <a:srgbClr val="FFFFFF"/>
              </a:buClr>
              <a:buSzPct val="100000"/>
              <a:defRPr>
                <a:solidFill>
                  <a:srgbClr val="FFFFFF"/>
                </a:solidFill>
              </a:defRPr>
            </a:lvl3pPr>
            <a:lvl4pPr>
              <a:buClr>
                <a:srgbClr val="FFFFFF"/>
              </a:buClr>
              <a:buSzPct val="100000"/>
              <a:defRPr>
                <a:solidFill>
                  <a:srgbClr val="FFFFFF"/>
                </a:solidFill>
              </a:defRPr>
            </a:lvl4pPr>
            <a:lvl5pPr>
              <a:buClr>
                <a:srgbClr val="FFFFFF"/>
              </a:buClr>
              <a:buSzPct val="100000"/>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8094EDF9-0B9F-F29C-3C80-EFBD9E4D6C49}"/>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84167BFE-ED3C-83B8-FECA-185F5C7BA577}"/>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26924384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B5EC6-D35A-10B8-5EA0-50BF83AD45B9}"/>
              </a:ext>
            </a:extLst>
          </p:cNvPr>
          <p:cNvSpPr>
            <a:spLocks noGrp="1"/>
          </p:cNvSpPr>
          <p:nvPr>
            <p:ph type="title" hasCustomPrompt="1"/>
          </p:nvPr>
        </p:nvSpPr>
        <p:spPr/>
        <p:txBody>
          <a:bodyPr/>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9269A480-B1A1-5C47-6F30-1A57779A5887}"/>
              </a:ext>
            </a:extLst>
          </p:cNvPr>
          <p:cNvSpPr>
            <a:spLocks noGrp="1"/>
          </p:cNvSpPr>
          <p:nvPr>
            <p:ph type="sldNum" sz="quarter" idx="10"/>
          </p:nvPr>
        </p:nvSpPr>
        <p:spPr/>
        <p:txBody>
          <a:bodyPr/>
          <a:lstStyle/>
          <a:p>
            <a:fld id="{86CB4B4D-7CA3-9044-876B-883B54F8677D}" type="slidenum">
              <a:rPr lang="en-MT" smtClean="0"/>
              <a:t>‹#›</a:t>
            </a:fld>
            <a:endParaRPr lang="en-MT" dirty="0"/>
          </a:p>
        </p:txBody>
      </p:sp>
    </p:spTree>
    <p:extLst>
      <p:ext uri="{BB962C8B-B14F-4D97-AF65-F5344CB8AC3E}">
        <p14:creationId xmlns:p14="http://schemas.microsoft.com/office/powerpoint/2010/main" val="1437223348"/>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Headline only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4" name="Rectangle 26">
            <a:extLst>
              <a:ext uri="{FF2B5EF4-FFF2-40B4-BE49-F238E27FC236}">
                <a16:creationId xmlns:a16="http://schemas.microsoft.com/office/drawing/2014/main" id="{A37C948F-854A-8FBB-50DD-E5D312C9C27A}"/>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AA22D9B2-02EB-3F5D-FE5D-896350F8429D}"/>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63116697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Headline only Teal">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5" name="Rectangle 26">
            <a:extLst>
              <a:ext uri="{FF2B5EF4-FFF2-40B4-BE49-F238E27FC236}">
                <a16:creationId xmlns:a16="http://schemas.microsoft.com/office/drawing/2014/main" id="{0F83599E-08BA-C7BD-E23C-5534343B05C5}"/>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28ED4990-B85C-39F0-60DA-A271B7492A1E}"/>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4411045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2 Content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BF7E67D-18D5-6A8D-7953-FEA5113E7AB7}"/>
              </a:ext>
            </a:extLst>
          </p:cNvPr>
          <p:cNvPicPr>
            <a:picLocks noChangeAspect="1"/>
          </p:cNvPicPr>
          <p:nvPr userDrawn="1"/>
        </p:nvPicPr>
        <p:blipFill>
          <a:blip r:embed="rId2"/>
          <a:stretch>
            <a:fillRect/>
          </a:stretch>
        </p:blipFill>
        <p:spPr>
          <a:xfrm>
            <a:off x="6089650" y="0"/>
            <a:ext cx="6089650" cy="2087592"/>
          </a:xfrm>
          <a:prstGeom prst="rect">
            <a:avLst/>
          </a:prstGeom>
        </p:spPr>
      </p:pic>
      <p:pic>
        <p:nvPicPr>
          <p:cNvPr id="7" name="Picture 6">
            <a:extLst>
              <a:ext uri="{FF2B5EF4-FFF2-40B4-BE49-F238E27FC236}">
                <a16:creationId xmlns:a16="http://schemas.microsoft.com/office/drawing/2014/main" id="{B02CA3FB-76AE-FD67-66CE-9977642A8241}"/>
              </a:ext>
            </a:extLst>
          </p:cNvPr>
          <p:cNvPicPr>
            <a:picLocks noChangeAspect="1"/>
          </p:cNvPicPr>
          <p:nvPr userDrawn="1"/>
        </p:nvPicPr>
        <p:blipFill>
          <a:blip r:embed="rId3"/>
          <a:stretch>
            <a:fillRect/>
          </a:stretch>
        </p:blipFill>
        <p:spPr>
          <a:xfrm>
            <a:off x="0" y="2692400"/>
            <a:ext cx="4178300" cy="4165600"/>
          </a:xfrm>
          <a:prstGeom prst="rect">
            <a:avLst/>
          </a:prstGeom>
        </p:spPr>
      </p:pic>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lvl1pPr>
              <a:defRPr>
                <a:solidFill>
                  <a:schemeClr val="bg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noChangeAspect="1"/>
          </p:cNvSpPr>
          <p:nvPr>
            <p:ph type="body" sz="quarter" idx="15" hasCustomPrompt="1"/>
          </p:nvPr>
        </p:nvSpPr>
        <p:spPr>
          <a:xfrm>
            <a:off x="360000" y="1440000"/>
            <a:ext cx="5040000" cy="252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5040000" cy="4320000"/>
          </a:xfrm>
          <a:prstGeom prst="rect">
            <a:avLst/>
          </a:prstGeom>
        </p:spPr>
        <p:txBody>
          <a:bodyPr wrap="square" lIns="0" tIns="0" rIns="0" bIns="0">
            <a:noAutofit/>
          </a:bodyPr>
          <a:lstStyle>
            <a:lvl1pPr>
              <a:buClr>
                <a:schemeClr val="bg2"/>
              </a:buClr>
              <a:buSzPct val="100000"/>
              <a:defRPr>
                <a:solidFill>
                  <a:schemeClr val="bg1"/>
                </a:solidFill>
              </a:defRPr>
            </a:lvl1pPr>
            <a:lvl2pPr>
              <a:buClr>
                <a:schemeClr val="bg2"/>
              </a:buClr>
              <a:buSzPct val="100000"/>
              <a:defRPr baseline="0">
                <a:solidFill>
                  <a:schemeClr val="bg1"/>
                </a:solidFill>
              </a:defRPr>
            </a:lvl2pPr>
            <a:lvl3pPr>
              <a:buClr>
                <a:schemeClr val="bg2"/>
              </a:buClr>
              <a:buSzPct val="100000"/>
              <a:defRPr>
                <a:solidFill>
                  <a:schemeClr val="bg1"/>
                </a:solidFill>
              </a:defRPr>
            </a:lvl3pPr>
            <a:lvl4pPr>
              <a:buClr>
                <a:schemeClr val="bg2"/>
              </a:buClr>
              <a:buSzPct val="100000"/>
              <a:defRPr>
                <a:solidFill>
                  <a:schemeClr val="bg1"/>
                </a:solidFill>
              </a:defRPr>
            </a:lvl4pPr>
            <a:lvl5pPr>
              <a:buClr>
                <a:schemeClr val="bg2"/>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CF5A879-E102-A7F6-E438-DA657371CA28}"/>
              </a:ext>
            </a:extLst>
          </p:cNvPr>
          <p:cNvSpPr>
            <a:spLocks noGrp="1" noChangeAspect="1"/>
          </p:cNvSpPr>
          <p:nvPr>
            <p:ph type="body" sz="quarter" idx="17" hasCustomPrompt="1"/>
          </p:nvPr>
        </p:nvSpPr>
        <p:spPr>
          <a:xfrm>
            <a:off x="6089650" y="1440000"/>
            <a:ext cx="5040000" cy="252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5" name="Content Placeholder 2">
            <a:extLst>
              <a:ext uri="{FF2B5EF4-FFF2-40B4-BE49-F238E27FC236}">
                <a16:creationId xmlns:a16="http://schemas.microsoft.com/office/drawing/2014/main" id="{89492F2E-9B45-D3A3-949A-69F4E3A117F0}"/>
              </a:ext>
            </a:extLst>
          </p:cNvPr>
          <p:cNvSpPr>
            <a:spLocks noGrp="1"/>
          </p:cNvSpPr>
          <p:nvPr>
            <p:ph idx="18"/>
          </p:nvPr>
        </p:nvSpPr>
        <p:spPr>
          <a:xfrm>
            <a:off x="6089650" y="1799999"/>
            <a:ext cx="5040000" cy="4320000"/>
          </a:xfrm>
          <a:prstGeom prst="rect">
            <a:avLst/>
          </a:prstGeom>
        </p:spPr>
        <p:txBody>
          <a:bodyPr wrap="square" lIns="0" tIns="0" rIns="0" bIns="0">
            <a:noAutofit/>
          </a:bodyPr>
          <a:lstStyle>
            <a:lvl1pPr>
              <a:buClr>
                <a:schemeClr val="bg2"/>
              </a:buClr>
              <a:buSzPct val="100000"/>
              <a:defRPr>
                <a:solidFill>
                  <a:schemeClr val="bg1"/>
                </a:solidFill>
              </a:defRPr>
            </a:lvl1pPr>
            <a:lvl2pPr>
              <a:buClr>
                <a:schemeClr val="bg2"/>
              </a:buClr>
              <a:buSzPct val="100000"/>
              <a:defRPr baseline="0">
                <a:solidFill>
                  <a:schemeClr val="bg1"/>
                </a:solidFill>
              </a:defRPr>
            </a:lvl2pPr>
            <a:lvl3pPr>
              <a:buClr>
                <a:schemeClr val="bg2"/>
              </a:buClr>
              <a:buSzPct val="100000"/>
              <a:defRPr>
                <a:solidFill>
                  <a:schemeClr val="bg1"/>
                </a:solidFill>
              </a:defRPr>
            </a:lvl3pPr>
            <a:lvl4pPr>
              <a:buClr>
                <a:schemeClr val="bg2"/>
              </a:buClr>
              <a:buSzPct val="100000"/>
              <a:defRPr>
                <a:solidFill>
                  <a:schemeClr val="bg1"/>
                </a:solidFill>
              </a:defRPr>
            </a:lvl4pPr>
            <a:lvl5pPr>
              <a:buClr>
                <a:schemeClr val="bg2"/>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26">
            <a:extLst>
              <a:ext uri="{FF2B5EF4-FFF2-40B4-BE49-F238E27FC236}">
                <a16:creationId xmlns:a16="http://schemas.microsoft.com/office/drawing/2014/main" id="{568F95BD-C79E-1D24-6A04-74C72803F653}"/>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10" name="Picture 9">
            <a:extLst>
              <a:ext uri="{FF2B5EF4-FFF2-40B4-BE49-F238E27FC236}">
                <a16:creationId xmlns:a16="http://schemas.microsoft.com/office/drawing/2014/main" id="{948CE9FC-0B4F-2C3E-032C-662E264555D7}"/>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67661" y="404660"/>
            <a:ext cx="1063903" cy="346387"/>
          </a:xfrm>
          <a:prstGeom prst="rect">
            <a:avLst/>
          </a:prstGeom>
        </p:spPr>
      </p:pic>
    </p:spTree>
    <p:extLst>
      <p:ext uri="{BB962C8B-B14F-4D97-AF65-F5344CB8AC3E}">
        <p14:creationId xmlns:p14="http://schemas.microsoft.com/office/powerpoint/2010/main" val="175258455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mparison">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E5D8D0-80F5-51A5-1B07-109FA11D2876}"/>
              </a:ext>
            </a:extLst>
          </p:cNvPr>
          <p:cNvPicPr>
            <a:picLocks noChangeAspect="1"/>
          </p:cNvPicPr>
          <p:nvPr userDrawn="1"/>
        </p:nvPicPr>
        <p:blipFill>
          <a:blip r:embed="rId2"/>
          <a:stretch>
            <a:fillRect/>
          </a:stretch>
        </p:blipFill>
        <p:spPr>
          <a:xfrm>
            <a:off x="0" y="0"/>
            <a:ext cx="7567885" cy="6858000"/>
          </a:xfrm>
          <a:prstGeom prst="rect">
            <a:avLst/>
          </a:prstGeom>
        </p:spPr>
      </p:pic>
      <p:sp>
        <p:nvSpPr>
          <p:cNvPr id="771" name="Slide Number"/>
          <p:cNvSpPr txBox="1">
            <a:spLocks noGrp="1"/>
          </p:cNvSpPr>
          <p:nvPr>
            <p:ph type="sldNum" sz="quarter" idx="2"/>
          </p:nvPr>
        </p:nvSpPr>
        <p:spPr>
          <a:xfrm>
            <a:off x="11574470" y="6480000"/>
            <a:ext cx="157094" cy="153888"/>
          </a:xfrm>
          <a:prstGeom prst="rect">
            <a:avLst/>
          </a:prstGeom>
        </p:spPr>
        <p:txBody>
          <a:bodyPr/>
          <a:lstStyle>
            <a:lvl1pPr>
              <a:defRPr>
                <a:solidFill>
                  <a:schemeClr val="tx1"/>
                </a:solidFill>
              </a:defRPr>
            </a:lvl1pPr>
          </a:lstStyle>
          <a:p>
            <a:fld id="{86CB4B4D-7CA3-9044-876B-883B54F8677D}" type="slidenum">
              <a:rPr lang="en-MT" smtClean="0"/>
              <a:pPr/>
              <a:t>‹#›</a:t>
            </a:fld>
            <a:endParaRPr lang="en-MT"/>
          </a:p>
        </p:txBody>
      </p:sp>
      <p:sp>
        <p:nvSpPr>
          <p:cNvPr id="2" name="Title 1">
            <a:extLst>
              <a:ext uri="{FF2B5EF4-FFF2-40B4-BE49-F238E27FC236}">
                <a16:creationId xmlns:a16="http://schemas.microsoft.com/office/drawing/2014/main" id="{9D122760-6141-1BBA-A1C0-71FC81DE61D6}"/>
              </a:ext>
            </a:extLst>
          </p:cNvPr>
          <p:cNvSpPr>
            <a:spLocks noGrp="1"/>
          </p:cNvSpPr>
          <p:nvPr>
            <p:ph type="title" hasCustomPrompt="1"/>
          </p:nvPr>
        </p:nvSpPr>
        <p:spPr>
          <a:xfrm>
            <a:off x="359999" y="1674394"/>
            <a:ext cx="5040000" cy="900000"/>
          </a:xfrm>
          <a:prstGeom prst="rect">
            <a:avLst/>
          </a:prstGeom>
        </p:spPr>
        <p:txBody>
          <a:bodyPr/>
          <a:lstStyle>
            <a:lvl1pPr>
              <a:lnSpc>
                <a:spcPts val="3000"/>
              </a:lnSpc>
              <a:spcBef>
                <a:spcPts val="0"/>
              </a:spcBef>
              <a:defRPr sz="3000" spc="-150" baseline="0">
                <a:solidFill>
                  <a:schemeClr val="bg1"/>
                </a:solidFill>
              </a:defRPr>
            </a:lvl1pPr>
          </a:lstStyle>
          <a:p>
            <a:r>
              <a:rPr lang="en-GB" dirty="0"/>
              <a:t>Headline goes here.</a:t>
            </a:r>
            <a:br>
              <a:rPr lang="en-GB" dirty="0"/>
            </a:br>
            <a:r>
              <a:rPr lang="en-GB" dirty="0"/>
              <a:t>Maximum in 2 lines.</a:t>
            </a:r>
            <a:endParaRPr lang="en-RS" dirty="0"/>
          </a:p>
        </p:txBody>
      </p:sp>
      <p:sp>
        <p:nvSpPr>
          <p:cNvPr id="6" name="Text Placeholder 5">
            <a:extLst>
              <a:ext uri="{FF2B5EF4-FFF2-40B4-BE49-F238E27FC236}">
                <a16:creationId xmlns:a16="http://schemas.microsoft.com/office/drawing/2014/main" id="{692E8514-1FD9-1D48-F636-D07CF9B3E97F}"/>
              </a:ext>
            </a:extLst>
          </p:cNvPr>
          <p:cNvSpPr>
            <a:spLocks noGrp="1"/>
          </p:cNvSpPr>
          <p:nvPr>
            <p:ph type="body" sz="quarter" idx="25" hasCustomPrompt="1"/>
          </p:nvPr>
        </p:nvSpPr>
        <p:spPr>
          <a:xfrm>
            <a:off x="6480000" y="1674393"/>
            <a:ext cx="5040000" cy="900000"/>
          </a:xfrm>
          <a:prstGeom prst="rect">
            <a:avLst/>
          </a:prstGeom>
        </p:spPr>
        <p:txBody>
          <a:bodyPr lIns="0" tIns="0" rIns="0" bIns="0"/>
          <a:lstStyle>
            <a:lvl1pPr>
              <a:lnSpc>
                <a:spcPts val="3000"/>
              </a:lnSpc>
              <a:spcBef>
                <a:spcPts val="0"/>
              </a:spcBef>
              <a:defRPr sz="3000" b="1" i="0" spc="-150" baseline="0">
                <a:solidFill>
                  <a:srgbClr val="FFFFFF"/>
                </a:solidFill>
                <a:latin typeface="Arial" panose="020B0604020202020204" pitchFamily="34" charset="0"/>
                <a:cs typeface="Arial" panose="020B0604020202020204" pitchFamily="34" charset="0"/>
              </a:defRPr>
            </a:lvl1pPr>
          </a:lstStyle>
          <a:p>
            <a:pPr lvl="0"/>
            <a:r>
              <a:rPr lang="en-GB" dirty="0"/>
              <a:t>Headline goes here.</a:t>
            </a:r>
          </a:p>
          <a:p>
            <a:pPr lvl="0"/>
            <a:r>
              <a:rPr lang="en-GB" dirty="0"/>
              <a:t>Maximum in 2 lines.</a:t>
            </a:r>
            <a:endParaRPr lang="en-RS" dirty="0"/>
          </a:p>
        </p:txBody>
      </p:sp>
      <p:sp>
        <p:nvSpPr>
          <p:cNvPr id="8" name="Text Placeholder 7">
            <a:extLst>
              <a:ext uri="{FF2B5EF4-FFF2-40B4-BE49-F238E27FC236}">
                <a16:creationId xmlns:a16="http://schemas.microsoft.com/office/drawing/2014/main" id="{39CEBE2D-F2C3-88C0-3F92-6DB010B000A0}"/>
              </a:ext>
            </a:extLst>
          </p:cNvPr>
          <p:cNvSpPr>
            <a:spLocks noGrp="1"/>
          </p:cNvSpPr>
          <p:nvPr>
            <p:ph type="body" sz="quarter" idx="26" hasCustomPrompt="1"/>
          </p:nvPr>
        </p:nvSpPr>
        <p:spPr>
          <a:xfrm>
            <a:off x="6480000" y="2834245"/>
            <a:ext cx="5040000" cy="3240000"/>
          </a:xfrm>
          <a:prstGeom prst="rect">
            <a:avLst/>
          </a:prstGeom>
        </p:spPr>
        <p:txBody>
          <a:bodyPr lIns="0" tIns="0" rIns="0" bIns="0"/>
          <a:lstStyle>
            <a:lvl1pPr marL="230400" indent="-230400">
              <a:buClr>
                <a:schemeClr val="accent1"/>
              </a:buClr>
              <a:buSzPct val="120000"/>
              <a:buFont typeface="Arial" panose="020B0604020202020204" pitchFamily="34" charset="0"/>
              <a:buChar char="•"/>
              <a:defRPr sz="1400">
                <a:solidFill>
                  <a:srgbClr val="FFFFFF"/>
                </a:solidFill>
              </a:defRPr>
            </a:lvl1pPr>
          </a:lstStyle>
          <a:p>
            <a:pPr lvl="0"/>
            <a:r>
              <a:rPr lang="en-GB" dirty="0"/>
              <a:t xml:space="preserve">Lorem ipsum </a:t>
            </a:r>
            <a:r>
              <a:rPr lang="en-GB" dirty="0" err="1"/>
              <a:t>dolor</a:t>
            </a:r>
            <a:r>
              <a:rPr lang="en-GB" dirty="0"/>
              <a:t xml:space="preserve"> sit </a:t>
            </a:r>
            <a:r>
              <a:rPr lang="en-GB" dirty="0" err="1"/>
              <a:t>amet</a:t>
            </a:r>
            <a:r>
              <a:rPr lang="en-GB" dirty="0"/>
              <a:t xml:space="preserve">, </a:t>
            </a:r>
            <a:r>
              <a:rPr lang="en-GB" dirty="0" err="1"/>
              <a:t>consectetuer</a:t>
            </a:r>
            <a:r>
              <a:rPr lang="en-GB" dirty="0"/>
              <a:t xml:space="preserve"> </a:t>
            </a:r>
            <a:r>
              <a:rPr lang="en-GB" dirty="0" err="1"/>
              <a:t>adipiscing</a:t>
            </a:r>
            <a:r>
              <a:rPr lang="en-GB" dirty="0"/>
              <a:t xml:space="preserve"> </a:t>
            </a:r>
            <a:r>
              <a:rPr lang="en-GB" dirty="0" err="1"/>
              <a:t>elit</a:t>
            </a:r>
            <a:r>
              <a:rPr lang="en-GB" dirty="0"/>
              <a:t xml:space="preserve">, </a:t>
            </a:r>
            <a:r>
              <a:rPr lang="en-GB" dirty="0" err="1"/>
              <a:t>sed</a:t>
            </a:r>
            <a:r>
              <a:rPr lang="en-GB" dirty="0"/>
              <a:t xml:space="preserve"> </a:t>
            </a:r>
            <a:r>
              <a:rPr lang="en-GB" dirty="0" err="1"/>
              <a:t>diam</a:t>
            </a:r>
            <a:r>
              <a:rPr lang="en-GB" dirty="0"/>
              <a:t xml:space="preserve"> </a:t>
            </a:r>
            <a:r>
              <a:rPr lang="en-GB" dirty="0" err="1"/>
              <a:t>nonummy</a:t>
            </a:r>
            <a:r>
              <a:rPr lang="en-GB" dirty="0"/>
              <a:t xml:space="preserve"> </a:t>
            </a:r>
            <a:r>
              <a:rPr lang="en-GB" dirty="0" err="1"/>
              <a:t>nibh</a:t>
            </a:r>
            <a:r>
              <a:rPr lang="en-GB" dirty="0"/>
              <a:t xml:space="preserve"> </a:t>
            </a:r>
            <a:r>
              <a:rPr lang="en-GB" dirty="0" err="1"/>
              <a:t>euismod</a:t>
            </a:r>
            <a:r>
              <a:rPr lang="en-GB" dirty="0"/>
              <a:t xml:space="preserve"> </a:t>
            </a:r>
            <a:r>
              <a:rPr lang="en-GB" dirty="0" err="1"/>
              <a:t>tincidunt</a:t>
            </a:r>
            <a:r>
              <a:rPr lang="en-GB" dirty="0"/>
              <a:t xml:space="preserve"> </a:t>
            </a:r>
            <a:r>
              <a:rPr lang="en-GB" dirty="0" err="1"/>
              <a:t>ut</a:t>
            </a:r>
            <a:r>
              <a:rPr lang="en-GB" dirty="0"/>
              <a:t xml:space="preserve"> </a:t>
            </a:r>
            <a:r>
              <a:rPr lang="en-GB" dirty="0" err="1"/>
              <a:t>laoreet</a:t>
            </a:r>
            <a:r>
              <a:rPr lang="en-GB" dirty="0"/>
              <a:t xml:space="preserve"> dolore magna </a:t>
            </a:r>
            <a:r>
              <a:rPr lang="en-GB" dirty="0" err="1"/>
              <a:t>aliquam</a:t>
            </a:r>
            <a:r>
              <a:rPr lang="en-GB" dirty="0"/>
              <a:t xml:space="preserve"> </a:t>
            </a:r>
            <a:r>
              <a:rPr lang="en-GB" dirty="0" err="1"/>
              <a:t>erat</a:t>
            </a:r>
            <a:r>
              <a:rPr lang="en-GB" dirty="0"/>
              <a:t xml:space="preserve"> </a:t>
            </a:r>
            <a:r>
              <a:rPr lang="en-GB" dirty="0" err="1"/>
              <a:t>volutpat</a:t>
            </a:r>
            <a:r>
              <a:rPr lang="en-GB" dirty="0"/>
              <a:t>.</a:t>
            </a:r>
          </a:p>
          <a:p>
            <a:pPr lvl="0"/>
            <a:r>
              <a:rPr lang="en-GB" dirty="0"/>
              <a:t xml:space="preserve">Lorem ipsum </a:t>
            </a:r>
            <a:r>
              <a:rPr lang="en-GB" dirty="0" err="1"/>
              <a:t>dolor</a:t>
            </a:r>
            <a:r>
              <a:rPr lang="en-GB" dirty="0"/>
              <a:t xml:space="preserve"> sit </a:t>
            </a:r>
            <a:r>
              <a:rPr lang="en-GB" dirty="0" err="1"/>
              <a:t>amet</a:t>
            </a:r>
            <a:r>
              <a:rPr lang="en-GB" dirty="0"/>
              <a:t xml:space="preserve">, </a:t>
            </a:r>
            <a:r>
              <a:rPr lang="en-GB" dirty="0" err="1"/>
              <a:t>consectetuer</a:t>
            </a:r>
            <a:r>
              <a:rPr lang="en-GB" dirty="0"/>
              <a:t xml:space="preserve"> </a:t>
            </a:r>
            <a:r>
              <a:rPr lang="en-GB" dirty="0" err="1"/>
              <a:t>adipiscing</a:t>
            </a:r>
            <a:r>
              <a:rPr lang="en-GB" dirty="0"/>
              <a:t xml:space="preserve"> </a:t>
            </a:r>
            <a:r>
              <a:rPr lang="en-GB" dirty="0" err="1"/>
              <a:t>elit</a:t>
            </a:r>
            <a:r>
              <a:rPr lang="en-GB" dirty="0"/>
              <a:t xml:space="preserve">, </a:t>
            </a:r>
            <a:r>
              <a:rPr lang="en-GB" dirty="0" err="1"/>
              <a:t>sed</a:t>
            </a:r>
            <a:r>
              <a:rPr lang="en-GB" dirty="0"/>
              <a:t xml:space="preserve"> </a:t>
            </a:r>
            <a:r>
              <a:rPr lang="en-GB" dirty="0" err="1"/>
              <a:t>diam</a:t>
            </a:r>
            <a:r>
              <a:rPr lang="en-GB" dirty="0"/>
              <a:t xml:space="preserve"> </a:t>
            </a:r>
            <a:r>
              <a:rPr lang="en-GB" dirty="0" err="1"/>
              <a:t>nonummy</a:t>
            </a:r>
            <a:r>
              <a:rPr lang="en-GB" dirty="0"/>
              <a:t xml:space="preserve"> </a:t>
            </a:r>
            <a:r>
              <a:rPr lang="en-GB" dirty="0" err="1"/>
              <a:t>nibh</a:t>
            </a:r>
            <a:r>
              <a:rPr lang="en-GB" dirty="0"/>
              <a:t xml:space="preserve"> </a:t>
            </a:r>
            <a:r>
              <a:rPr lang="en-GB" dirty="0" err="1"/>
              <a:t>euismod</a:t>
            </a:r>
            <a:r>
              <a:rPr lang="en-GB" dirty="0"/>
              <a:t xml:space="preserve"> </a:t>
            </a:r>
            <a:r>
              <a:rPr lang="en-GB" dirty="0" err="1"/>
              <a:t>tincidunt</a:t>
            </a:r>
            <a:r>
              <a:rPr lang="en-GB" dirty="0"/>
              <a:t xml:space="preserve"> </a:t>
            </a:r>
            <a:r>
              <a:rPr lang="en-GB" dirty="0" err="1"/>
              <a:t>ut</a:t>
            </a:r>
            <a:r>
              <a:rPr lang="en-GB" dirty="0"/>
              <a:t xml:space="preserve"> </a:t>
            </a:r>
            <a:r>
              <a:rPr lang="en-GB" dirty="0" err="1"/>
              <a:t>laoreet</a:t>
            </a:r>
            <a:r>
              <a:rPr lang="en-GB" dirty="0"/>
              <a:t xml:space="preserve"> dolore magna </a:t>
            </a:r>
            <a:r>
              <a:rPr lang="en-GB" dirty="0" err="1"/>
              <a:t>aliquam</a:t>
            </a:r>
            <a:r>
              <a:rPr lang="en-GB" dirty="0"/>
              <a:t xml:space="preserve"> </a:t>
            </a:r>
            <a:r>
              <a:rPr lang="en-GB" dirty="0" err="1"/>
              <a:t>erat</a:t>
            </a:r>
            <a:r>
              <a:rPr lang="en-GB" dirty="0"/>
              <a:t xml:space="preserve"> </a:t>
            </a:r>
            <a:r>
              <a:rPr lang="en-GB" dirty="0" err="1"/>
              <a:t>volutpat</a:t>
            </a:r>
            <a:r>
              <a:rPr lang="en-GB" dirty="0"/>
              <a:t>.</a:t>
            </a:r>
          </a:p>
          <a:p>
            <a:pPr lvl="0"/>
            <a:r>
              <a:rPr lang="en-GB" dirty="0"/>
              <a:t xml:space="preserve">Lorem ipsum </a:t>
            </a:r>
            <a:r>
              <a:rPr lang="en-GB" dirty="0" err="1"/>
              <a:t>dolor</a:t>
            </a:r>
            <a:r>
              <a:rPr lang="en-GB" dirty="0"/>
              <a:t xml:space="preserve"> sit </a:t>
            </a:r>
            <a:r>
              <a:rPr lang="en-GB" dirty="0" err="1"/>
              <a:t>amet</a:t>
            </a:r>
            <a:r>
              <a:rPr lang="en-GB" dirty="0"/>
              <a:t xml:space="preserve">, </a:t>
            </a:r>
            <a:r>
              <a:rPr lang="en-GB" dirty="0" err="1"/>
              <a:t>consectetuer</a:t>
            </a:r>
            <a:r>
              <a:rPr lang="en-GB" dirty="0"/>
              <a:t xml:space="preserve"> </a:t>
            </a:r>
            <a:r>
              <a:rPr lang="en-GB" dirty="0" err="1"/>
              <a:t>adipiscing</a:t>
            </a:r>
            <a:r>
              <a:rPr lang="en-GB" dirty="0"/>
              <a:t xml:space="preserve"> </a:t>
            </a:r>
            <a:r>
              <a:rPr lang="en-GB" dirty="0" err="1"/>
              <a:t>elit</a:t>
            </a:r>
            <a:r>
              <a:rPr lang="en-GB" dirty="0"/>
              <a:t xml:space="preserve">, </a:t>
            </a:r>
            <a:r>
              <a:rPr lang="en-GB" dirty="0" err="1"/>
              <a:t>sed</a:t>
            </a:r>
            <a:r>
              <a:rPr lang="en-GB" dirty="0"/>
              <a:t xml:space="preserve"> </a:t>
            </a:r>
            <a:r>
              <a:rPr lang="en-GB" dirty="0" err="1"/>
              <a:t>diam</a:t>
            </a:r>
            <a:r>
              <a:rPr lang="en-GB" dirty="0"/>
              <a:t xml:space="preserve"> </a:t>
            </a:r>
            <a:r>
              <a:rPr lang="en-GB" dirty="0" err="1"/>
              <a:t>nonummy</a:t>
            </a:r>
            <a:r>
              <a:rPr lang="en-GB" dirty="0"/>
              <a:t xml:space="preserve"> </a:t>
            </a:r>
            <a:r>
              <a:rPr lang="en-GB" dirty="0" err="1"/>
              <a:t>nibh</a:t>
            </a:r>
            <a:r>
              <a:rPr lang="en-GB" dirty="0"/>
              <a:t xml:space="preserve"> </a:t>
            </a:r>
            <a:r>
              <a:rPr lang="en-GB" dirty="0" err="1"/>
              <a:t>euismod</a:t>
            </a:r>
            <a:r>
              <a:rPr lang="en-GB" dirty="0"/>
              <a:t xml:space="preserve"> </a:t>
            </a:r>
            <a:r>
              <a:rPr lang="en-GB" dirty="0" err="1"/>
              <a:t>tincidunt</a:t>
            </a:r>
            <a:r>
              <a:rPr lang="en-GB" dirty="0"/>
              <a:t xml:space="preserve"> </a:t>
            </a:r>
            <a:r>
              <a:rPr lang="en-GB" dirty="0" err="1"/>
              <a:t>ut</a:t>
            </a:r>
            <a:r>
              <a:rPr lang="en-GB" dirty="0"/>
              <a:t xml:space="preserve"> </a:t>
            </a:r>
            <a:r>
              <a:rPr lang="en-GB" dirty="0" err="1"/>
              <a:t>laoreet</a:t>
            </a:r>
            <a:r>
              <a:rPr lang="en-GB" dirty="0"/>
              <a:t xml:space="preserve"> dolore magna </a:t>
            </a:r>
            <a:r>
              <a:rPr lang="en-GB" dirty="0" err="1"/>
              <a:t>aliquam</a:t>
            </a:r>
            <a:r>
              <a:rPr lang="en-GB" dirty="0"/>
              <a:t xml:space="preserve"> </a:t>
            </a:r>
            <a:r>
              <a:rPr lang="en-GB" dirty="0" err="1"/>
              <a:t>erat</a:t>
            </a:r>
            <a:r>
              <a:rPr lang="en-GB" dirty="0"/>
              <a:t xml:space="preserve"> </a:t>
            </a:r>
            <a:r>
              <a:rPr lang="en-GB" dirty="0" err="1"/>
              <a:t>volutpat</a:t>
            </a:r>
            <a:r>
              <a:rPr lang="en-GB" dirty="0"/>
              <a:t>.</a:t>
            </a:r>
            <a:endParaRPr lang="en-RS" dirty="0"/>
          </a:p>
        </p:txBody>
      </p:sp>
      <p:sp>
        <p:nvSpPr>
          <p:cNvPr id="10" name="Text Placeholder 9">
            <a:extLst>
              <a:ext uri="{FF2B5EF4-FFF2-40B4-BE49-F238E27FC236}">
                <a16:creationId xmlns:a16="http://schemas.microsoft.com/office/drawing/2014/main" id="{81C44C58-2ED7-4D46-7596-BC9E68CD7429}"/>
              </a:ext>
            </a:extLst>
          </p:cNvPr>
          <p:cNvSpPr>
            <a:spLocks noGrp="1"/>
          </p:cNvSpPr>
          <p:nvPr>
            <p:ph type="body" sz="quarter" idx="27" hasCustomPrompt="1"/>
          </p:nvPr>
        </p:nvSpPr>
        <p:spPr>
          <a:xfrm>
            <a:off x="360000" y="2834245"/>
            <a:ext cx="5040000" cy="3240000"/>
          </a:xfrm>
          <a:prstGeom prst="rect">
            <a:avLst/>
          </a:prstGeom>
        </p:spPr>
        <p:txBody>
          <a:bodyPr lIns="0" tIns="0" rIns="0" bIns="0"/>
          <a:lstStyle>
            <a:lvl1pPr marL="230400" indent="-230400">
              <a:buClr>
                <a:schemeClr val="accent1"/>
              </a:buClr>
              <a:buSzPct val="120000"/>
              <a:buFont typeface="Arial" panose="020B0604020202020204" pitchFamily="34" charset="0"/>
              <a:buChar char="•"/>
              <a:defRPr sz="1400">
                <a:solidFill>
                  <a:schemeClr val="bg1"/>
                </a:solidFill>
              </a:defRPr>
            </a:lvl1pPr>
          </a:lstStyle>
          <a:p>
            <a:pPr lvl="0"/>
            <a:r>
              <a:rPr lang="en-GB" dirty="0"/>
              <a:t xml:space="preserve">Lorem ipsum </a:t>
            </a:r>
            <a:r>
              <a:rPr lang="en-GB" dirty="0" err="1"/>
              <a:t>dolor</a:t>
            </a:r>
            <a:r>
              <a:rPr lang="en-GB" dirty="0"/>
              <a:t xml:space="preserve"> sit </a:t>
            </a:r>
            <a:r>
              <a:rPr lang="en-GB" dirty="0" err="1"/>
              <a:t>amet</a:t>
            </a:r>
            <a:r>
              <a:rPr lang="en-GB" dirty="0"/>
              <a:t xml:space="preserve">, </a:t>
            </a:r>
            <a:r>
              <a:rPr lang="en-GB" dirty="0" err="1"/>
              <a:t>consectetuer</a:t>
            </a:r>
            <a:r>
              <a:rPr lang="en-GB" dirty="0"/>
              <a:t xml:space="preserve"> </a:t>
            </a:r>
            <a:r>
              <a:rPr lang="en-GB" dirty="0" err="1"/>
              <a:t>adipiscing</a:t>
            </a:r>
            <a:r>
              <a:rPr lang="en-GB" dirty="0"/>
              <a:t xml:space="preserve"> </a:t>
            </a:r>
            <a:r>
              <a:rPr lang="en-GB" dirty="0" err="1"/>
              <a:t>elit</a:t>
            </a:r>
            <a:r>
              <a:rPr lang="en-GB" dirty="0"/>
              <a:t xml:space="preserve">, </a:t>
            </a:r>
            <a:r>
              <a:rPr lang="en-GB" dirty="0" err="1"/>
              <a:t>sed</a:t>
            </a:r>
            <a:r>
              <a:rPr lang="en-GB" dirty="0"/>
              <a:t xml:space="preserve"> </a:t>
            </a:r>
            <a:r>
              <a:rPr lang="en-GB" dirty="0" err="1"/>
              <a:t>diam</a:t>
            </a:r>
            <a:r>
              <a:rPr lang="en-GB" dirty="0"/>
              <a:t xml:space="preserve"> </a:t>
            </a:r>
            <a:r>
              <a:rPr lang="en-GB" dirty="0" err="1"/>
              <a:t>nonummy</a:t>
            </a:r>
            <a:r>
              <a:rPr lang="en-GB" dirty="0"/>
              <a:t xml:space="preserve"> </a:t>
            </a:r>
            <a:r>
              <a:rPr lang="en-GB" dirty="0" err="1"/>
              <a:t>nibh</a:t>
            </a:r>
            <a:r>
              <a:rPr lang="en-GB" dirty="0"/>
              <a:t xml:space="preserve"> </a:t>
            </a:r>
            <a:r>
              <a:rPr lang="en-GB" dirty="0" err="1"/>
              <a:t>euismod</a:t>
            </a:r>
            <a:r>
              <a:rPr lang="en-GB" dirty="0"/>
              <a:t xml:space="preserve"> </a:t>
            </a:r>
            <a:r>
              <a:rPr lang="en-GB" dirty="0" err="1"/>
              <a:t>tincidunt</a:t>
            </a:r>
            <a:r>
              <a:rPr lang="en-GB" dirty="0"/>
              <a:t xml:space="preserve"> </a:t>
            </a:r>
            <a:r>
              <a:rPr lang="en-GB" dirty="0" err="1"/>
              <a:t>ut</a:t>
            </a:r>
            <a:r>
              <a:rPr lang="en-GB" dirty="0"/>
              <a:t xml:space="preserve"> </a:t>
            </a:r>
            <a:r>
              <a:rPr lang="en-GB" dirty="0" err="1"/>
              <a:t>laoreet</a:t>
            </a:r>
            <a:r>
              <a:rPr lang="en-GB" dirty="0"/>
              <a:t xml:space="preserve"> dolore magna </a:t>
            </a:r>
            <a:r>
              <a:rPr lang="en-GB" dirty="0" err="1"/>
              <a:t>aliquam</a:t>
            </a:r>
            <a:r>
              <a:rPr lang="en-GB" dirty="0"/>
              <a:t xml:space="preserve"> </a:t>
            </a:r>
            <a:r>
              <a:rPr lang="en-GB" dirty="0" err="1"/>
              <a:t>erat</a:t>
            </a:r>
            <a:r>
              <a:rPr lang="en-GB" dirty="0"/>
              <a:t xml:space="preserve"> </a:t>
            </a:r>
            <a:r>
              <a:rPr lang="en-GB" dirty="0" err="1"/>
              <a:t>volutpat</a:t>
            </a:r>
            <a:r>
              <a:rPr lang="en-GB" dirty="0"/>
              <a:t>.</a:t>
            </a:r>
          </a:p>
          <a:p>
            <a:pPr lvl="0"/>
            <a:r>
              <a:rPr lang="en-GB" dirty="0"/>
              <a:t xml:space="preserve">Lorem ipsum </a:t>
            </a:r>
            <a:r>
              <a:rPr lang="en-GB" dirty="0" err="1"/>
              <a:t>dolor</a:t>
            </a:r>
            <a:r>
              <a:rPr lang="en-GB" dirty="0"/>
              <a:t xml:space="preserve"> sit </a:t>
            </a:r>
            <a:r>
              <a:rPr lang="en-GB" dirty="0" err="1"/>
              <a:t>amet</a:t>
            </a:r>
            <a:r>
              <a:rPr lang="en-GB" dirty="0"/>
              <a:t xml:space="preserve">, </a:t>
            </a:r>
            <a:r>
              <a:rPr lang="en-GB" dirty="0" err="1"/>
              <a:t>consectetuer</a:t>
            </a:r>
            <a:r>
              <a:rPr lang="en-GB" dirty="0"/>
              <a:t xml:space="preserve"> </a:t>
            </a:r>
            <a:r>
              <a:rPr lang="en-GB" dirty="0" err="1"/>
              <a:t>adipiscing</a:t>
            </a:r>
            <a:r>
              <a:rPr lang="en-GB" dirty="0"/>
              <a:t xml:space="preserve"> </a:t>
            </a:r>
            <a:r>
              <a:rPr lang="en-GB" dirty="0" err="1"/>
              <a:t>elit</a:t>
            </a:r>
            <a:r>
              <a:rPr lang="en-GB" dirty="0"/>
              <a:t xml:space="preserve">, </a:t>
            </a:r>
            <a:r>
              <a:rPr lang="en-GB" dirty="0" err="1"/>
              <a:t>sed</a:t>
            </a:r>
            <a:r>
              <a:rPr lang="en-GB" dirty="0"/>
              <a:t xml:space="preserve"> </a:t>
            </a:r>
            <a:r>
              <a:rPr lang="en-GB" dirty="0" err="1"/>
              <a:t>diam</a:t>
            </a:r>
            <a:r>
              <a:rPr lang="en-GB" dirty="0"/>
              <a:t xml:space="preserve"> </a:t>
            </a:r>
            <a:r>
              <a:rPr lang="en-GB" dirty="0" err="1"/>
              <a:t>nonummy</a:t>
            </a:r>
            <a:r>
              <a:rPr lang="en-GB" dirty="0"/>
              <a:t xml:space="preserve"> </a:t>
            </a:r>
            <a:r>
              <a:rPr lang="en-GB" dirty="0" err="1"/>
              <a:t>nibh</a:t>
            </a:r>
            <a:r>
              <a:rPr lang="en-GB" dirty="0"/>
              <a:t xml:space="preserve"> </a:t>
            </a:r>
            <a:r>
              <a:rPr lang="en-GB" dirty="0" err="1"/>
              <a:t>euismod</a:t>
            </a:r>
            <a:r>
              <a:rPr lang="en-GB" dirty="0"/>
              <a:t xml:space="preserve"> </a:t>
            </a:r>
            <a:r>
              <a:rPr lang="en-GB" dirty="0" err="1"/>
              <a:t>tincidunt</a:t>
            </a:r>
            <a:r>
              <a:rPr lang="en-GB" dirty="0"/>
              <a:t xml:space="preserve"> </a:t>
            </a:r>
            <a:r>
              <a:rPr lang="en-GB" dirty="0" err="1"/>
              <a:t>ut</a:t>
            </a:r>
            <a:r>
              <a:rPr lang="en-GB" dirty="0"/>
              <a:t xml:space="preserve"> </a:t>
            </a:r>
            <a:r>
              <a:rPr lang="en-GB" dirty="0" err="1"/>
              <a:t>laoreet</a:t>
            </a:r>
            <a:r>
              <a:rPr lang="en-GB" dirty="0"/>
              <a:t xml:space="preserve"> dolore magna </a:t>
            </a:r>
            <a:r>
              <a:rPr lang="en-GB" dirty="0" err="1"/>
              <a:t>aliquam</a:t>
            </a:r>
            <a:r>
              <a:rPr lang="en-GB" dirty="0"/>
              <a:t xml:space="preserve"> </a:t>
            </a:r>
            <a:r>
              <a:rPr lang="en-GB" dirty="0" err="1"/>
              <a:t>erat</a:t>
            </a:r>
            <a:r>
              <a:rPr lang="en-GB" dirty="0"/>
              <a:t xml:space="preserve"> </a:t>
            </a:r>
            <a:r>
              <a:rPr lang="en-GB" dirty="0" err="1"/>
              <a:t>volutpat</a:t>
            </a:r>
            <a:r>
              <a:rPr lang="en-GB" dirty="0"/>
              <a:t>.</a:t>
            </a:r>
          </a:p>
          <a:p>
            <a:pPr lvl="0"/>
            <a:r>
              <a:rPr lang="en-GB" dirty="0"/>
              <a:t xml:space="preserve">Lorem ipsum </a:t>
            </a:r>
            <a:r>
              <a:rPr lang="en-GB" dirty="0" err="1"/>
              <a:t>dolor</a:t>
            </a:r>
            <a:r>
              <a:rPr lang="en-GB" dirty="0"/>
              <a:t xml:space="preserve"> sit </a:t>
            </a:r>
            <a:r>
              <a:rPr lang="en-GB" dirty="0" err="1"/>
              <a:t>amet</a:t>
            </a:r>
            <a:r>
              <a:rPr lang="en-GB" dirty="0"/>
              <a:t xml:space="preserve">, </a:t>
            </a:r>
            <a:r>
              <a:rPr lang="en-GB" dirty="0" err="1"/>
              <a:t>consectetuer</a:t>
            </a:r>
            <a:r>
              <a:rPr lang="en-GB" dirty="0"/>
              <a:t xml:space="preserve"> </a:t>
            </a:r>
            <a:r>
              <a:rPr lang="en-GB" dirty="0" err="1"/>
              <a:t>adipiscing</a:t>
            </a:r>
            <a:r>
              <a:rPr lang="en-GB" dirty="0"/>
              <a:t xml:space="preserve"> </a:t>
            </a:r>
            <a:r>
              <a:rPr lang="en-GB" dirty="0" err="1"/>
              <a:t>elit</a:t>
            </a:r>
            <a:r>
              <a:rPr lang="en-GB" dirty="0"/>
              <a:t xml:space="preserve">, </a:t>
            </a:r>
            <a:r>
              <a:rPr lang="en-GB" dirty="0" err="1"/>
              <a:t>sed</a:t>
            </a:r>
            <a:r>
              <a:rPr lang="en-GB" dirty="0"/>
              <a:t xml:space="preserve"> </a:t>
            </a:r>
            <a:r>
              <a:rPr lang="en-GB" dirty="0" err="1"/>
              <a:t>diam</a:t>
            </a:r>
            <a:r>
              <a:rPr lang="en-GB" dirty="0"/>
              <a:t xml:space="preserve"> </a:t>
            </a:r>
            <a:r>
              <a:rPr lang="en-GB" dirty="0" err="1"/>
              <a:t>nonummy</a:t>
            </a:r>
            <a:r>
              <a:rPr lang="en-GB" dirty="0"/>
              <a:t xml:space="preserve"> </a:t>
            </a:r>
            <a:r>
              <a:rPr lang="en-GB" dirty="0" err="1"/>
              <a:t>nibh</a:t>
            </a:r>
            <a:r>
              <a:rPr lang="en-GB" dirty="0"/>
              <a:t xml:space="preserve"> </a:t>
            </a:r>
            <a:r>
              <a:rPr lang="en-GB" dirty="0" err="1"/>
              <a:t>euismod</a:t>
            </a:r>
            <a:r>
              <a:rPr lang="en-GB" dirty="0"/>
              <a:t xml:space="preserve"> </a:t>
            </a:r>
            <a:r>
              <a:rPr lang="en-GB" dirty="0" err="1"/>
              <a:t>tincidunt</a:t>
            </a:r>
            <a:r>
              <a:rPr lang="en-GB" dirty="0"/>
              <a:t xml:space="preserve"> </a:t>
            </a:r>
            <a:r>
              <a:rPr lang="en-GB" dirty="0" err="1"/>
              <a:t>ut</a:t>
            </a:r>
            <a:r>
              <a:rPr lang="en-GB" dirty="0"/>
              <a:t xml:space="preserve"> </a:t>
            </a:r>
            <a:r>
              <a:rPr lang="en-GB" dirty="0" err="1"/>
              <a:t>laoreet</a:t>
            </a:r>
            <a:r>
              <a:rPr lang="en-GB" dirty="0"/>
              <a:t xml:space="preserve"> dolore magna </a:t>
            </a:r>
            <a:r>
              <a:rPr lang="en-GB" dirty="0" err="1"/>
              <a:t>aliquam</a:t>
            </a:r>
            <a:r>
              <a:rPr lang="en-GB" dirty="0"/>
              <a:t xml:space="preserve"> </a:t>
            </a:r>
            <a:r>
              <a:rPr lang="en-GB" dirty="0" err="1"/>
              <a:t>erat</a:t>
            </a:r>
            <a:r>
              <a:rPr lang="en-GB" dirty="0"/>
              <a:t xml:space="preserve"> </a:t>
            </a:r>
            <a:r>
              <a:rPr lang="en-GB" dirty="0" err="1"/>
              <a:t>volutpat</a:t>
            </a:r>
            <a:r>
              <a:rPr lang="en-GB" dirty="0"/>
              <a:t>.</a:t>
            </a:r>
            <a:endParaRPr lang="en-RS" dirty="0"/>
          </a:p>
        </p:txBody>
      </p:sp>
      <p:sp>
        <p:nvSpPr>
          <p:cNvPr id="4" name="Rectangle 26">
            <a:extLst>
              <a:ext uri="{FF2B5EF4-FFF2-40B4-BE49-F238E27FC236}">
                <a16:creationId xmlns:a16="http://schemas.microsoft.com/office/drawing/2014/main" id="{AC0B41AC-E660-039B-D957-02D6B6044830}"/>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3" name="Picture 2">
            <a:extLst>
              <a:ext uri="{FF2B5EF4-FFF2-40B4-BE49-F238E27FC236}">
                <a16:creationId xmlns:a16="http://schemas.microsoft.com/office/drawing/2014/main" id="{970FB612-69BE-4BC2-2F09-D99BA96EC833}"/>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99643521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Quote Slide">
    <p:bg>
      <p:bgPr>
        <a:solidFill>
          <a:schemeClr val="accent2"/>
        </a:solidFill>
        <a:effectLst/>
      </p:bgPr>
    </p:bg>
    <p:spTree>
      <p:nvGrpSpPr>
        <p:cNvPr id="1" name=""/>
        <p:cNvGrpSpPr/>
        <p:nvPr/>
      </p:nvGrpSpPr>
      <p:grpSpPr>
        <a:xfrm>
          <a:off x="0" y="0"/>
          <a:ext cx="0" cy="0"/>
          <a:chOff x="0" y="0"/>
          <a:chExt cx="0" cy="0"/>
        </a:xfrm>
      </p:grpSpPr>
      <p:sp>
        <p:nvSpPr>
          <p:cNvPr id="824"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xml:space="preserve"> </a:t>
            </a:r>
          </a:p>
        </p:txBody>
      </p:sp>
      <p:sp>
        <p:nvSpPr>
          <p:cNvPr id="827" name="“"/>
          <p:cNvSpPr txBox="1"/>
          <p:nvPr/>
        </p:nvSpPr>
        <p:spPr>
          <a:xfrm>
            <a:off x="1343734" y="2179914"/>
            <a:ext cx="239177" cy="3274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a:lnSpc>
                <a:spcPts val="3800"/>
              </a:lnSpc>
              <a:tabLst>
                <a:tab pos="2222500" algn="l"/>
              </a:tabLst>
              <a:defRPr sz="3800" spc="-173">
                <a:solidFill>
                  <a:schemeClr val="accent3">
                    <a:hueOff val="-3600000"/>
                    <a:lumOff val="3392"/>
                  </a:schemeClr>
                </a:solidFill>
              </a:defRPr>
            </a:lvl1pPr>
          </a:lstStyle>
          <a:p>
            <a:r>
              <a:rPr dirty="0">
                <a:solidFill>
                  <a:schemeClr val="tx1"/>
                </a:solidFill>
              </a:rPr>
              <a:t>“</a:t>
            </a:r>
          </a:p>
        </p:txBody>
      </p:sp>
      <p:sp>
        <p:nvSpPr>
          <p:cNvPr id="828"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831" name="Square"/>
          <p:cNvSpPr/>
          <p:nvPr userDrawn="1"/>
        </p:nvSpPr>
        <p:spPr>
          <a:xfrm rot="10800000" flipH="1">
            <a:off x="9366432" y="5569929"/>
            <a:ext cx="505472" cy="505473"/>
          </a:xfrm>
          <a:prstGeom prst="rect">
            <a:avLst/>
          </a:prstGeom>
          <a:solidFill>
            <a:srgbClr val="0BA2B3"/>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7" name="Title 6">
            <a:extLst>
              <a:ext uri="{FF2B5EF4-FFF2-40B4-BE49-F238E27FC236}">
                <a16:creationId xmlns:a16="http://schemas.microsoft.com/office/drawing/2014/main" id="{988AE7EF-64E9-48B7-4CF2-BE88B7C09CA6}"/>
              </a:ext>
            </a:extLst>
          </p:cNvPr>
          <p:cNvSpPr>
            <a:spLocks noGrp="1"/>
          </p:cNvSpPr>
          <p:nvPr>
            <p:ph type="title" hasCustomPrompt="1"/>
          </p:nvPr>
        </p:nvSpPr>
        <p:spPr>
          <a:xfrm>
            <a:off x="1591200" y="2187168"/>
            <a:ext cx="8405525" cy="1977391"/>
          </a:xfrm>
          <a:prstGeom prst="rect">
            <a:avLst/>
          </a:prstGeom>
        </p:spPr>
        <p:txBody>
          <a:bodyPr/>
          <a:lstStyle>
            <a:lvl1pPr>
              <a:lnSpc>
                <a:spcPts val="3800"/>
              </a:lnSpc>
              <a:spcBef>
                <a:spcPts val="0"/>
              </a:spcBef>
              <a:defRPr sz="3800" spc="-170" baseline="0">
                <a:solidFill>
                  <a:srgbClr val="FFFFFF"/>
                </a:solidFill>
              </a:defRPr>
            </a:lvl1pPr>
          </a:lstStyle>
          <a:p>
            <a:r>
              <a:rPr lang="en-GB" dirty="0" err="1"/>
              <a:t>Neceptatio</a:t>
            </a:r>
            <a:r>
              <a:rPr lang="en-GB" dirty="0"/>
              <a:t xml:space="preserve"> </a:t>
            </a:r>
            <a:r>
              <a:rPr lang="en-GB" dirty="0" err="1"/>
              <a:t>odis</a:t>
            </a:r>
            <a:r>
              <a:rPr lang="en-GB" dirty="0"/>
              <a:t xml:space="preserve"> non cum que </a:t>
            </a:r>
            <a:r>
              <a:rPr lang="en-GB" dirty="0" err="1"/>
              <a:t>molum</a:t>
            </a:r>
            <a:r>
              <a:rPr lang="en-GB" dirty="0"/>
              <a:t xml:space="preserve"> qui </a:t>
            </a:r>
            <a:r>
              <a:rPr lang="en-GB" dirty="0" err="1"/>
              <a:t>berum</a:t>
            </a:r>
            <a:r>
              <a:rPr lang="en-GB" dirty="0"/>
              <a:t xml:space="preserve"> re </a:t>
            </a:r>
            <a:r>
              <a:rPr lang="en-GB" dirty="0" err="1"/>
              <a:t>ea</a:t>
            </a:r>
            <a:r>
              <a:rPr lang="en-GB" dirty="0"/>
              <a:t xml:space="preserve"> </a:t>
            </a:r>
            <a:r>
              <a:rPr lang="en-GB" dirty="0" err="1"/>
              <a:t>adi</a:t>
            </a:r>
            <a:r>
              <a:rPr lang="en-GB" dirty="0"/>
              <a:t xml:space="preserve"> </a:t>
            </a:r>
            <a:r>
              <a:rPr lang="en-GB" dirty="0" err="1"/>
              <a:t>dest</a:t>
            </a:r>
            <a:r>
              <a:rPr lang="en-GB" dirty="0"/>
              <a:t xml:space="preserve"> </a:t>
            </a:r>
            <a:r>
              <a:rPr lang="en-GB" dirty="0" err="1"/>
              <a:t>asimus</a:t>
            </a:r>
            <a:r>
              <a:rPr lang="en-GB" dirty="0"/>
              <a:t xml:space="preserve"> </a:t>
            </a:r>
            <a:r>
              <a:rPr lang="en-GB" dirty="0" err="1"/>
              <a:t>modit</a:t>
            </a:r>
            <a:r>
              <a:rPr lang="en-GB" dirty="0"/>
              <a:t xml:space="preserve"> </a:t>
            </a:r>
            <a:r>
              <a:rPr lang="en-GB" dirty="0" err="1"/>
              <a:t>iumet</a:t>
            </a:r>
            <a:r>
              <a:rPr lang="en-GB" dirty="0"/>
              <a:t xml:space="preserve"> </a:t>
            </a:r>
            <a:r>
              <a:rPr lang="en-GB" dirty="0" err="1"/>
              <a:t>optate</a:t>
            </a:r>
            <a:r>
              <a:rPr lang="en-GB" dirty="0"/>
              <a:t xml:space="preserve"> </a:t>
            </a:r>
            <a:r>
              <a:rPr lang="en-GB" dirty="0" err="1"/>
              <a:t>vernam</a:t>
            </a:r>
            <a:r>
              <a:rPr lang="en-GB" dirty="0"/>
              <a:t xml:space="preserve"> as qui </a:t>
            </a:r>
            <a:r>
              <a:rPr lang="en-GB" dirty="0" err="1"/>
              <a:t>officabores</a:t>
            </a:r>
            <a:r>
              <a:rPr lang="en-GB" dirty="0"/>
              <a:t xml:space="preserve"> </a:t>
            </a:r>
            <a:r>
              <a:rPr lang="en-GB" dirty="0" err="1"/>
              <a:t>asi</a:t>
            </a:r>
            <a:r>
              <a:rPr lang="en-GB" dirty="0"/>
              <a:t xml:space="preserve"> od </a:t>
            </a:r>
            <a:r>
              <a:rPr lang="en-GB" dirty="0" err="1"/>
              <a:t>quam</a:t>
            </a:r>
            <a:r>
              <a:rPr lang="en-GB" dirty="0"/>
              <a:t xml:space="preserve"> ex.”</a:t>
            </a:r>
            <a:endParaRPr lang="en-RS" dirty="0"/>
          </a:p>
        </p:txBody>
      </p:sp>
      <p:sp>
        <p:nvSpPr>
          <p:cNvPr id="4" name="Text Placeholder 3">
            <a:extLst>
              <a:ext uri="{FF2B5EF4-FFF2-40B4-BE49-F238E27FC236}">
                <a16:creationId xmlns:a16="http://schemas.microsoft.com/office/drawing/2014/main" id="{0C98FABA-03E9-FFE1-F488-077364696FEB}"/>
              </a:ext>
            </a:extLst>
          </p:cNvPr>
          <p:cNvSpPr>
            <a:spLocks noGrp="1"/>
          </p:cNvSpPr>
          <p:nvPr>
            <p:ph type="body" sz="quarter" idx="21"/>
          </p:nvPr>
        </p:nvSpPr>
        <p:spPr>
          <a:xfrm>
            <a:off x="1591200" y="4421963"/>
            <a:ext cx="7025229" cy="835517"/>
          </a:xfrm>
          <a:prstGeom prst="rect">
            <a:avLst/>
          </a:prstGeom>
        </p:spPr>
        <p:txBody>
          <a:bodyPr lIns="0" tIns="0" rIns="0" bIns="0">
            <a:noAutofit/>
          </a:bodyPr>
          <a:lstStyle>
            <a:lvl1pPr>
              <a:spcBef>
                <a:spcPts val="0"/>
              </a:spcBef>
              <a:defRPr sz="1600" b="1">
                <a:solidFill>
                  <a:schemeClr val="tx1"/>
                </a:solidFill>
              </a:defRPr>
            </a:lvl1pPr>
            <a:lvl2pPr marL="0" indent="0">
              <a:spcBef>
                <a:spcPts val="0"/>
              </a:spcBef>
              <a:buNone/>
              <a:defRPr sz="1600" b="1">
                <a:solidFill>
                  <a:schemeClr val="tx2"/>
                </a:solidFill>
              </a:defRPr>
            </a:lvl2pPr>
            <a:lvl3pPr marL="0" indent="0">
              <a:spcBef>
                <a:spcPts val="0"/>
              </a:spcBef>
              <a:buNone/>
              <a:defRPr sz="1600">
                <a:solidFill>
                  <a:schemeClr val="tx2"/>
                </a:solidFill>
              </a:defRPr>
            </a:lvl3pPr>
          </a:lstStyle>
          <a:p>
            <a:pPr lvl="0"/>
            <a:r>
              <a:rPr lang="en-US"/>
              <a:t>Click to edit Master text styles</a:t>
            </a:r>
          </a:p>
          <a:p>
            <a:pPr lvl="1"/>
            <a:r>
              <a:rPr lang="en-US"/>
              <a:t>Second level</a:t>
            </a:r>
          </a:p>
          <a:p>
            <a:pPr lvl="2"/>
            <a:r>
              <a:rPr lang="en-US"/>
              <a:t>Third level</a:t>
            </a:r>
          </a:p>
        </p:txBody>
      </p:sp>
      <p:pic>
        <p:nvPicPr>
          <p:cNvPr id="3" name="Picture 2">
            <a:extLst>
              <a:ext uri="{FF2B5EF4-FFF2-40B4-BE49-F238E27FC236}">
                <a16:creationId xmlns:a16="http://schemas.microsoft.com/office/drawing/2014/main" id="{351FC9C7-5636-7C28-B31A-915D1D97FE4F}"/>
              </a:ext>
            </a:extLst>
          </p:cNvPr>
          <p:cNvPicPr>
            <a:picLocks noChangeAspect="1"/>
          </p:cNvPicPr>
          <p:nvPr userDrawn="1"/>
        </p:nvPicPr>
        <p:blipFill>
          <a:blip r:embed="rId2"/>
          <a:stretch>
            <a:fillRect/>
          </a:stretch>
        </p:blipFill>
        <p:spPr>
          <a:xfrm>
            <a:off x="9374886" y="5067046"/>
            <a:ext cx="2006600" cy="1003300"/>
          </a:xfrm>
          <a:prstGeom prst="rect">
            <a:avLst/>
          </a:prstGeom>
        </p:spPr>
      </p:pic>
      <p:pic>
        <p:nvPicPr>
          <p:cNvPr id="2" name="Picture 1">
            <a:extLst>
              <a:ext uri="{FF2B5EF4-FFF2-40B4-BE49-F238E27FC236}">
                <a16:creationId xmlns:a16="http://schemas.microsoft.com/office/drawing/2014/main" id="{56FA4E22-A36B-3DE6-7D3E-A1F49569E89C}"/>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8463475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photo">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6428E0B8-6EE1-8590-A6C5-89D1F5E64790}"/>
              </a:ext>
            </a:extLst>
          </p:cNvPr>
          <p:cNvSpPr>
            <a:spLocks noGrp="1"/>
          </p:cNvSpPr>
          <p:nvPr>
            <p:ph type="pic" sz="half" idx="22"/>
          </p:nvPr>
        </p:nvSpPr>
        <p:spPr>
          <a:xfrm>
            <a:off x="7937500" y="1447601"/>
            <a:ext cx="4241800" cy="5410399"/>
          </a:xfrm>
          <a:prstGeom prst="rect">
            <a:avLst/>
          </a:prstGeom>
        </p:spPr>
        <p:txBody>
          <a:bodyPr lIns="91439" tIns="45719" rIns="91439" bIns="45719"/>
          <a:lstStyle>
            <a:lvl1pPr>
              <a:defRPr>
                <a:solidFill>
                  <a:schemeClr val="bg1"/>
                </a:solidFill>
              </a:defRPr>
            </a:lvl1pPr>
          </a:lstStyle>
          <a:p>
            <a:r>
              <a:rPr lang="en-US"/>
              <a:t>Click icon to add picture</a:t>
            </a:r>
            <a:endParaRPr dirty="0"/>
          </a:p>
        </p:txBody>
      </p:sp>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7200000" cy="360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7200000" cy="4320000"/>
          </a:xfrm>
          <a:prstGeom prst="rect">
            <a:avLst/>
          </a:prstGeom>
        </p:spPr>
        <p:txBody>
          <a:bodyPr wrap="square" lIns="0" tIns="0" rIns="0" bIns="0">
            <a:noAutofit/>
          </a:bodyPr>
          <a:lstStyle>
            <a:lvl1pPr>
              <a:buClr>
                <a:schemeClr val="bg1"/>
              </a:buClr>
              <a:buSzPct val="100000"/>
              <a:defRPr>
                <a:solidFill>
                  <a:schemeClr val="bg1"/>
                </a:solidFill>
              </a:defRPr>
            </a:lvl1pPr>
            <a:lvl2pPr>
              <a:buClr>
                <a:schemeClr val="bg1"/>
              </a:buClr>
              <a:buSzPct val="100000"/>
              <a:defRPr baseline="0">
                <a:solidFill>
                  <a:schemeClr val="bg1"/>
                </a:solidFill>
              </a:defRPr>
            </a:lvl2pPr>
            <a:lvl3pPr>
              <a:buClr>
                <a:schemeClr val="bg1"/>
              </a:buClr>
              <a:buSzPct val="100000"/>
              <a:defRPr>
                <a:solidFill>
                  <a:schemeClr val="bg1"/>
                </a:solidFill>
              </a:defRPr>
            </a:lvl3pPr>
            <a:lvl4pPr>
              <a:buClr>
                <a:schemeClr val="bg1"/>
              </a:buClr>
              <a:buSzPct val="100000"/>
              <a:defRPr>
                <a:solidFill>
                  <a:schemeClr val="bg1"/>
                </a:solidFill>
              </a:defRPr>
            </a:lvl4pPr>
            <a:lvl5pPr>
              <a:buClr>
                <a:schemeClr val="bg1"/>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07E80830-552E-8F9C-BD8E-5F35ED2B8C60}"/>
              </a:ext>
            </a:extLst>
          </p:cNvPr>
          <p:cNvPicPr>
            <a:picLocks noChangeAspect="1"/>
          </p:cNvPicPr>
          <p:nvPr userDrawn="1"/>
        </p:nvPicPr>
        <p:blipFill>
          <a:blip r:embed="rId2"/>
          <a:stretch>
            <a:fillRect/>
          </a:stretch>
        </p:blipFill>
        <p:spPr>
          <a:xfrm>
            <a:off x="7937500" y="3935445"/>
            <a:ext cx="965200" cy="965200"/>
          </a:xfrm>
          <a:prstGeom prst="rect">
            <a:avLst/>
          </a:prstGeom>
        </p:spPr>
      </p:pic>
      <p:sp>
        <p:nvSpPr>
          <p:cNvPr id="7" name="Neceptatio odis non cum que molum qui berum re ea adi dest asimus modit iumet optate vernam as qui officabores asi od quam ex el id qui des repe sinvelendion. Andebitiis quae corehent aut alicimus.">
            <a:extLst>
              <a:ext uri="{FF2B5EF4-FFF2-40B4-BE49-F238E27FC236}">
                <a16:creationId xmlns:a16="http://schemas.microsoft.com/office/drawing/2014/main" id="{2DBBBB28-154D-7A9D-62D2-50AF83AE98E4}"/>
              </a:ext>
            </a:extLst>
          </p:cNvPr>
          <p:cNvSpPr>
            <a:spLocks noGrp="1"/>
          </p:cNvSpPr>
          <p:nvPr>
            <p:ph type="body" sz="quarter" idx="23"/>
          </p:nvPr>
        </p:nvSpPr>
        <p:spPr>
          <a:xfrm>
            <a:off x="2793987" y="4888595"/>
            <a:ext cx="6980036" cy="1969405"/>
          </a:xfrm>
          <a:prstGeom prst="rect">
            <a:avLst/>
          </a:prstGeom>
          <a:solidFill>
            <a:srgbClr val="CCF2FF"/>
          </a:solidFill>
        </p:spPr>
        <p:txBody>
          <a:bodyPr lIns="317500" tIns="317500" rIns="317500" bIns="317500"/>
          <a:lstStyle>
            <a:lvl1pPr>
              <a:lnSpc>
                <a:spcPts val="2200"/>
              </a:lnSpc>
              <a:spcBef>
                <a:spcPts val="0"/>
              </a:spcBef>
              <a:defRPr sz="1900" b="1">
                <a:solidFill>
                  <a:schemeClr val="accent1"/>
                </a:solidFill>
              </a:defRPr>
            </a:lvl1pPr>
          </a:lstStyle>
          <a:p>
            <a:pPr lvl="0"/>
            <a:r>
              <a:rPr lang="en-US"/>
              <a:t>Click to edit Master text styles</a:t>
            </a:r>
          </a:p>
        </p:txBody>
      </p:sp>
      <p:sp>
        <p:nvSpPr>
          <p:cNvPr id="8" name="Rectangle 26">
            <a:extLst>
              <a:ext uri="{FF2B5EF4-FFF2-40B4-BE49-F238E27FC236}">
                <a16:creationId xmlns:a16="http://schemas.microsoft.com/office/drawing/2014/main" id="{DF3D7E2A-8027-802D-0766-6B4C04B5301B}"/>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Tree>
    <p:extLst>
      <p:ext uri="{BB962C8B-B14F-4D97-AF65-F5344CB8AC3E}">
        <p14:creationId xmlns:p14="http://schemas.microsoft.com/office/powerpoint/2010/main" val="12362865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OC Slide 4">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900000"/>
          </a:xfrm>
        </p:spPr>
        <p:txBody>
          <a:bodyPr wrap="square"/>
          <a:lstStyle>
            <a:lvl1pPr>
              <a:defRPr>
                <a:solidFill>
                  <a:schemeClr val="tx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rgbClr val="FFFFFF"/>
                </a:solidFill>
              </a:defRPr>
            </a:lvl1pPr>
          </a:lstStyle>
          <a:p>
            <a:fld id="{86CB4B4D-7CA3-9044-876B-883B54F8677D}" type="slidenum">
              <a:rPr lang="en-MT" smtClean="0"/>
              <a:pPr/>
              <a:t>‹#›</a:t>
            </a:fld>
            <a:endParaRPr lang="en-MT"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ED994CA4-8C12-1BC4-530B-81E286114262}"/>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Content Placeholder 2">
            <a:extLst>
              <a:ext uri="{FF2B5EF4-FFF2-40B4-BE49-F238E27FC236}">
                <a16:creationId xmlns:a16="http://schemas.microsoft.com/office/drawing/2014/main" id="{20997FFF-692F-6404-8DA3-58191456200F}"/>
              </a:ext>
            </a:extLst>
          </p:cNvPr>
          <p:cNvSpPr>
            <a:spLocks noGrp="1"/>
          </p:cNvSpPr>
          <p:nvPr>
            <p:ph idx="17"/>
          </p:nvPr>
        </p:nvSpPr>
        <p:spPr>
          <a:xfrm>
            <a:off x="322999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C59FC702-BAC6-E8DF-D4F8-3361A572D24E}"/>
              </a:ext>
            </a:extLst>
          </p:cNvPr>
          <p:cNvSpPr>
            <a:spLocks noGrp="1"/>
          </p:cNvSpPr>
          <p:nvPr>
            <p:ph idx="18"/>
          </p:nvPr>
        </p:nvSpPr>
        <p:spPr>
          <a:xfrm>
            <a:off x="609998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08DE9C3F-0384-DD2E-485F-3DC0F9EC1329}"/>
              </a:ext>
            </a:extLst>
          </p:cNvPr>
          <p:cNvSpPr>
            <a:spLocks noGrp="1"/>
          </p:cNvSpPr>
          <p:nvPr>
            <p:ph idx="19"/>
          </p:nvPr>
        </p:nvSpPr>
        <p:spPr>
          <a:xfrm>
            <a:off x="896997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a:extLst>
              <a:ext uri="{FF2B5EF4-FFF2-40B4-BE49-F238E27FC236}">
                <a16:creationId xmlns:a16="http://schemas.microsoft.com/office/drawing/2014/main" id="{0E1DBD97-FFD0-6E07-55C5-6C375BA24E4A}"/>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77433632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OC Slide 8">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900000"/>
          </a:xfrm>
        </p:spPr>
        <p:txBody>
          <a:bodyPr wrap="square"/>
          <a:lstStyle>
            <a:lvl1pPr>
              <a:defRPr>
                <a:solidFill>
                  <a:schemeClr val="tx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rgbClr val="FFFFFF"/>
                </a:solidFill>
              </a:defRPr>
            </a:lvl1pPr>
          </a:lstStyle>
          <a:p>
            <a:fld id="{86CB4B4D-7CA3-9044-876B-883B54F8677D}" type="slidenum">
              <a:rPr lang="en-MT" smtClean="0"/>
              <a:pPr/>
              <a:t>‹#›</a:t>
            </a:fld>
            <a:endParaRPr lang="en-MT"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ED994CA4-8C12-1BC4-530B-81E286114262}"/>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Content Placeholder 2">
            <a:extLst>
              <a:ext uri="{FF2B5EF4-FFF2-40B4-BE49-F238E27FC236}">
                <a16:creationId xmlns:a16="http://schemas.microsoft.com/office/drawing/2014/main" id="{20997FFF-692F-6404-8DA3-58191456200F}"/>
              </a:ext>
            </a:extLst>
          </p:cNvPr>
          <p:cNvSpPr>
            <a:spLocks noGrp="1"/>
          </p:cNvSpPr>
          <p:nvPr>
            <p:ph idx="17"/>
          </p:nvPr>
        </p:nvSpPr>
        <p:spPr>
          <a:xfrm>
            <a:off x="322999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C59FC702-BAC6-E8DF-D4F8-3361A572D24E}"/>
              </a:ext>
            </a:extLst>
          </p:cNvPr>
          <p:cNvSpPr>
            <a:spLocks noGrp="1"/>
          </p:cNvSpPr>
          <p:nvPr>
            <p:ph idx="18"/>
          </p:nvPr>
        </p:nvSpPr>
        <p:spPr>
          <a:xfrm>
            <a:off x="609998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08DE9C3F-0384-DD2E-485F-3DC0F9EC1329}"/>
              </a:ext>
            </a:extLst>
          </p:cNvPr>
          <p:cNvSpPr>
            <a:spLocks noGrp="1"/>
          </p:cNvSpPr>
          <p:nvPr>
            <p:ph idx="19"/>
          </p:nvPr>
        </p:nvSpPr>
        <p:spPr>
          <a:xfrm>
            <a:off x="896997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1B950ADA-7928-E26A-6183-8714633E1E75}"/>
              </a:ext>
            </a:extLst>
          </p:cNvPr>
          <p:cNvSpPr>
            <a:spLocks noGrp="1"/>
          </p:cNvSpPr>
          <p:nvPr>
            <p:ph idx="20"/>
          </p:nvPr>
        </p:nvSpPr>
        <p:spPr>
          <a:xfrm>
            <a:off x="36000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a:extLst>
              <a:ext uri="{FF2B5EF4-FFF2-40B4-BE49-F238E27FC236}">
                <a16:creationId xmlns:a16="http://schemas.microsoft.com/office/drawing/2014/main" id="{CD9CB34E-0B8C-A533-51C1-9D19605E4E7D}"/>
              </a:ext>
            </a:extLst>
          </p:cNvPr>
          <p:cNvSpPr>
            <a:spLocks noGrp="1"/>
          </p:cNvSpPr>
          <p:nvPr>
            <p:ph idx="21"/>
          </p:nvPr>
        </p:nvSpPr>
        <p:spPr>
          <a:xfrm>
            <a:off x="322999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a:extLst>
              <a:ext uri="{FF2B5EF4-FFF2-40B4-BE49-F238E27FC236}">
                <a16:creationId xmlns:a16="http://schemas.microsoft.com/office/drawing/2014/main" id="{2676F21C-4A76-DE8A-EC90-FD75447E2850}"/>
              </a:ext>
            </a:extLst>
          </p:cNvPr>
          <p:cNvSpPr>
            <a:spLocks noGrp="1"/>
          </p:cNvSpPr>
          <p:nvPr>
            <p:ph idx="22"/>
          </p:nvPr>
        </p:nvSpPr>
        <p:spPr>
          <a:xfrm>
            <a:off x="609998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209FDFA8-47EC-FE46-F57C-E4A671C58455}"/>
              </a:ext>
            </a:extLst>
          </p:cNvPr>
          <p:cNvSpPr>
            <a:spLocks noGrp="1"/>
          </p:cNvSpPr>
          <p:nvPr>
            <p:ph idx="23"/>
          </p:nvPr>
        </p:nvSpPr>
        <p:spPr>
          <a:xfrm>
            <a:off x="896997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Picture 9">
            <a:extLst>
              <a:ext uri="{FF2B5EF4-FFF2-40B4-BE49-F238E27FC236}">
                <a16:creationId xmlns:a16="http://schemas.microsoft.com/office/drawing/2014/main" id="{B302B467-B6B5-158C-B057-8ABA2ACF21A3}"/>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02167982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genda slide Table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540000"/>
          </a:xfrm>
        </p:spPr>
        <p:txBody>
          <a:bodyPr wrap="square"/>
          <a:lstStyle>
            <a:lvl1pPr>
              <a:defRPr>
                <a:solidFill>
                  <a:srgbClr val="FFFFFF"/>
                </a:solidFill>
              </a:defRPr>
            </a:lvl1pPr>
          </a:lstStyle>
          <a:p>
            <a:r>
              <a:rPr lang="en-GB" dirty="0"/>
              <a:t>Headline goes here. Maximum in 1 line.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4" name="Rectangle 26">
            <a:extLst>
              <a:ext uri="{FF2B5EF4-FFF2-40B4-BE49-F238E27FC236}">
                <a16:creationId xmlns:a16="http://schemas.microsoft.com/office/drawing/2014/main" id="{2AC7D1FC-51F7-5A4E-BEAF-A85845DA9B35}"/>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00814166-2330-94E9-AA20-4A478C6C452B}"/>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419826458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genda slide Table">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540000"/>
          </a:xfrm>
        </p:spPr>
        <p:txBody>
          <a:bodyPr wrap="square"/>
          <a:lstStyle>
            <a:lvl1pPr>
              <a:defRPr>
                <a:solidFill>
                  <a:srgbClr val="FFFFFF"/>
                </a:solidFill>
              </a:defRPr>
            </a:lvl1pPr>
          </a:lstStyle>
          <a:p>
            <a:r>
              <a:rPr lang="en-GB" dirty="0"/>
              <a:t>Headline goes here. Maximum in 1 line.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14" name="Rectangle 26">
            <a:extLst>
              <a:ext uri="{FF2B5EF4-FFF2-40B4-BE49-F238E27FC236}">
                <a16:creationId xmlns:a16="http://schemas.microsoft.com/office/drawing/2014/main" id="{6C324B2D-CF53-407A-3FF3-83821279B530}"/>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C6672750-5A7A-9BCA-6B6D-95C6E36756F0}"/>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11125330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697F3-602F-5FC9-7AE6-19FEE5C49AD4}"/>
              </a:ext>
            </a:extLst>
          </p:cNvPr>
          <p:cNvSpPr>
            <a:spLocks noGrp="1"/>
          </p:cNvSpPr>
          <p:nvPr>
            <p:ph type="title" hasCustomPrompt="1"/>
          </p:nvPr>
        </p:nvSpPr>
        <p:spPr/>
        <p:txBody>
          <a:body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5713789-AC9B-504D-EABC-88530694F04A}"/>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4" name="Body Level One…">
            <a:extLst>
              <a:ext uri="{FF2B5EF4-FFF2-40B4-BE49-F238E27FC236}">
                <a16:creationId xmlns:a16="http://schemas.microsoft.com/office/drawing/2014/main" id="{2F3F8381-DEB3-C667-F282-4085FCECE5D1}"/>
              </a:ext>
            </a:extLst>
          </p:cNvPr>
          <p:cNvSpPr txBox="1">
            <a:spLocks noGrp="1"/>
          </p:cNvSpPr>
          <p:nvPr>
            <p:ph type="body" sz="quarter" idx="1"/>
          </p:nvPr>
        </p:nvSpPr>
        <p:spPr>
          <a:xfrm>
            <a:off x="360000" y="2610760"/>
            <a:ext cx="3478685" cy="2108201"/>
          </a:xfrm>
          <a:prstGeom prst="rect">
            <a:avLst/>
          </a:prstGeom>
          <a:solidFill>
            <a:schemeClr val="accent2"/>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
        <p:nvSpPr>
          <p:cNvPr id="5" name="Body Level One…">
            <a:extLst>
              <a:ext uri="{FF2B5EF4-FFF2-40B4-BE49-F238E27FC236}">
                <a16:creationId xmlns:a16="http://schemas.microsoft.com/office/drawing/2014/main" id="{32CA9EDE-386C-CB9D-B16C-D07164D1B840}"/>
              </a:ext>
            </a:extLst>
          </p:cNvPr>
          <p:cNvSpPr txBox="1">
            <a:spLocks noGrp="1"/>
          </p:cNvSpPr>
          <p:nvPr>
            <p:ph type="body" sz="quarter" idx="23"/>
          </p:nvPr>
        </p:nvSpPr>
        <p:spPr>
          <a:xfrm>
            <a:off x="4308328" y="2610760"/>
            <a:ext cx="3478685" cy="2108201"/>
          </a:xfrm>
          <a:prstGeom prst="rect">
            <a:avLst/>
          </a:prstGeom>
          <a:solidFill>
            <a:schemeClr val="accent4"/>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
        <p:nvSpPr>
          <p:cNvPr id="6" name="Body Level One…">
            <a:extLst>
              <a:ext uri="{FF2B5EF4-FFF2-40B4-BE49-F238E27FC236}">
                <a16:creationId xmlns:a16="http://schemas.microsoft.com/office/drawing/2014/main" id="{9896A4C3-2F4F-489A-CE62-D7C218EF8B41}"/>
              </a:ext>
            </a:extLst>
          </p:cNvPr>
          <p:cNvSpPr txBox="1">
            <a:spLocks noGrp="1"/>
          </p:cNvSpPr>
          <p:nvPr>
            <p:ph type="body" sz="quarter" idx="24"/>
          </p:nvPr>
        </p:nvSpPr>
        <p:spPr>
          <a:xfrm>
            <a:off x="8256655" y="2610760"/>
            <a:ext cx="3478685" cy="2108201"/>
          </a:xfrm>
          <a:prstGeom prst="rect">
            <a:avLst/>
          </a:prstGeom>
          <a:solidFill>
            <a:schemeClr val="accent3"/>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Tree>
    <p:extLst>
      <p:ext uri="{BB962C8B-B14F-4D97-AF65-F5344CB8AC3E}">
        <p14:creationId xmlns:p14="http://schemas.microsoft.com/office/powerpoint/2010/main" val="2374603769"/>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lide with logo">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92A336-4C8E-CDC0-D2F1-550C41A2C9F4}"/>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2" name="Rectangle 1">
            <a:extLst>
              <a:ext uri="{FF2B5EF4-FFF2-40B4-BE49-F238E27FC236}">
                <a16:creationId xmlns:a16="http://schemas.microsoft.com/office/drawing/2014/main" id="{A8E6B9FA-EC1F-4A72-A5C4-3E216DB2B0D5}"/>
              </a:ext>
            </a:extLst>
          </p:cNvPr>
          <p:cNvSpPr/>
          <p:nvPr userDrawn="1"/>
        </p:nvSpPr>
        <p:spPr>
          <a:xfrm>
            <a:off x="10297948" y="1240221"/>
            <a:ext cx="1481958" cy="672662"/>
          </a:xfrm>
          <a:prstGeom prst="rect">
            <a:avLst/>
          </a:prstGeom>
          <a:solidFill>
            <a:schemeClr val="tx1"/>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RO" sz="2800" b="1" i="0" u="none" strike="noStrike" cap="none" spc="0" normalizeH="0" baseline="0">
              <a:ln>
                <a:noFill/>
              </a:ln>
              <a:solidFill>
                <a:schemeClr val="accent3">
                  <a:hueOff val="-3600000"/>
                  <a:lumOff val="3392"/>
                </a:schemeClr>
              </a:solidFill>
              <a:effectLst/>
              <a:uFillTx/>
              <a:latin typeface="Arial"/>
              <a:ea typeface="Arial"/>
              <a:cs typeface="Arial"/>
              <a:sym typeface="Arial"/>
            </a:endParaRPr>
          </a:p>
        </p:txBody>
      </p:sp>
      <p:pic>
        <p:nvPicPr>
          <p:cNvPr id="5" name="Picture 4">
            <a:extLst>
              <a:ext uri="{FF2B5EF4-FFF2-40B4-BE49-F238E27FC236}">
                <a16:creationId xmlns:a16="http://schemas.microsoft.com/office/drawing/2014/main" id="{9630A33A-77D6-60C0-F173-C49F7014F2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29023" y="362581"/>
            <a:ext cx="1150883" cy="430546"/>
          </a:xfrm>
          <a:prstGeom prst="rect">
            <a:avLst/>
          </a:prstGeom>
        </p:spPr>
      </p:pic>
    </p:spTree>
    <p:extLst>
      <p:ext uri="{BB962C8B-B14F-4D97-AF65-F5344CB8AC3E}">
        <p14:creationId xmlns:p14="http://schemas.microsoft.com/office/powerpoint/2010/main" val="1066485795"/>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34AEC-6485-F835-D479-069CD0AA5105}"/>
              </a:ext>
            </a:extLst>
          </p:cNvPr>
          <p:cNvSpPr>
            <a:spLocks noGrp="1"/>
          </p:cNvSpPr>
          <p:nvPr>
            <p:ph type="title"/>
          </p:nvPr>
        </p:nvSpPr>
        <p:spPr>
          <a:xfrm>
            <a:off x="635128" y="4640687"/>
            <a:ext cx="9000000" cy="457295"/>
          </a:xfrm>
        </p:spPr>
        <p:txBody>
          <a:bodyPr/>
          <a:lstStyle>
            <a:lvl1pPr>
              <a:defRPr sz="1600" spc="0"/>
            </a:lvl1pPr>
          </a:lstStyle>
          <a:p>
            <a:r>
              <a:rPr lang="en-US"/>
              <a:t>Click to edit Master title style</a:t>
            </a:r>
            <a:endParaRPr lang="en-MT"/>
          </a:p>
        </p:txBody>
      </p:sp>
      <p:pic>
        <p:nvPicPr>
          <p:cNvPr id="4" name="Picture 3">
            <a:extLst>
              <a:ext uri="{FF2B5EF4-FFF2-40B4-BE49-F238E27FC236}">
                <a16:creationId xmlns:a16="http://schemas.microsoft.com/office/drawing/2014/main" id="{5B665E8E-3E30-D595-AF95-EFC31A1945DF}"/>
              </a:ext>
            </a:extLst>
          </p:cNvPr>
          <p:cNvPicPr>
            <a:picLocks noChangeAspect="1"/>
          </p:cNvPicPr>
          <p:nvPr userDrawn="1"/>
        </p:nvPicPr>
        <p:blipFill>
          <a:blip r:embed="rId2"/>
          <a:stretch>
            <a:fillRect/>
          </a:stretch>
        </p:blipFill>
        <p:spPr>
          <a:xfrm>
            <a:off x="10897966" y="362286"/>
            <a:ext cx="833598" cy="416799"/>
          </a:xfrm>
          <a:prstGeom prst="rect">
            <a:avLst/>
          </a:prstGeom>
        </p:spPr>
      </p:pic>
      <p:sp>
        <p:nvSpPr>
          <p:cNvPr id="5" name="Rectangle">
            <a:extLst>
              <a:ext uri="{FF2B5EF4-FFF2-40B4-BE49-F238E27FC236}">
                <a16:creationId xmlns:a16="http://schemas.microsoft.com/office/drawing/2014/main" id="{800A7C2D-E409-DB93-9ECC-C71CF456B705}"/>
              </a:ext>
            </a:extLst>
          </p:cNvPr>
          <p:cNvSpPr/>
          <p:nvPr userDrawn="1"/>
        </p:nvSpPr>
        <p:spPr>
          <a:xfrm>
            <a:off x="165529" y="190499"/>
            <a:ext cx="11848241" cy="6477001"/>
          </a:xfrm>
          <a:prstGeom prst="rect">
            <a:avLst/>
          </a:prstGeom>
          <a:ln>
            <a:solidFill>
              <a:schemeClr val="accent1"/>
            </a:solidFill>
            <a:miter lim="400000"/>
          </a:ln>
        </p:spPr>
        <p:txBody>
          <a:bodyPr tIns="91439" bIns="91439" anchor="ctr"/>
          <a:lstStyle/>
          <a:p>
            <a:pPr algn="ctr">
              <a:lnSpc>
                <a:spcPct val="100000"/>
              </a:lnSpc>
              <a:defRPr sz="2800">
                <a:solidFill>
                  <a:schemeClr val="accent3"/>
                </a:solidFill>
              </a:defRPr>
            </a:pPr>
            <a:endParaRPr/>
          </a:p>
        </p:txBody>
      </p:sp>
      <p:pic>
        <p:nvPicPr>
          <p:cNvPr id="7" name="Image" descr="Image">
            <a:extLst>
              <a:ext uri="{FF2B5EF4-FFF2-40B4-BE49-F238E27FC236}">
                <a16:creationId xmlns:a16="http://schemas.microsoft.com/office/drawing/2014/main" id="{516A5D33-AFC3-5923-9D1B-22CBC54AEB2E}"/>
              </a:ext>
            </a:extLst>
          </p:cNvPr>
          <p:cNvPicPr>
            <a:picLocks noChangeAspect="1"/>
          </p:cNvPicPr>
          <p:nvPr userDrawn="1"/>
        </p:nvPicPr>
        <p:blipFill>
          <a:blip r:embed="rId3"/>
          <a:stretch>
            <a:fillRect/>
          </a:stretch>
        </p:blipFill>
        <p:spPr>
          <a:xfrm>
            <a:off x="600348" y="393566"/>
            <a:ext cx="6557643" cy="3556001"/>
          </a:xfrm>
          <a:prstGeom prst="rect">
            <a:avLst/>
          </a:prstGeom>
          <a:ln w="12700">
            <a:miter lim="400000"/>
          </a:ln>
        </p:spPr>
      </p:pic>
      <p:pic>
        <p:nvPicPr>
          <p:cNvPr id="3" name="Picture 2">
            <a:extLst>
              <a:ext uri="{FF2B5EF4-FFF2-40B4-BE49-F238E27FC236}">
                <a16:creationId xmlns:a16="http://schemas.microsoft.com/office/drawing/2014/main" id="{84146912-204B-D1C5-40BF-E06BAA80BC1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29023" y="362581"/>
            <a:ext cx="1150883" cy="430546"/>
          </a:xfrm>
          <a:prstGeom prst="rect">
            <a:avLst/>
          </a:prstGeom>
        </p:spPr>
      </p:pic>
    </p:spTree>
    <p:extLst>
      <p:ext uri="{BB962C8B-B14F-4D97-AF65-F5344CB8AC3E}">
        <p14:creationId xmlns:p14="http://schemas.microsoft.com/office/powerpoint/2010/main" val="2827449616"/>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lide with logo Dark">
    <p:bg>
      <p:bgPr>
        <a:solidFill>
          <a:schemeClr val="accent2"/>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5" name="Rectangle 26">
            <a:extLst>
              <a:ext uri="{FF2B5EF4-FFF2-40B4-BE49-F238E27FC236}">
                <a16:creationId xmlns:a16="http://schemas.microsoft.com/office/drawing/2014/main" id="{1AF881B0-6E18-8D27-53FB-8E78FA3095F7}"/>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2" name="Picture 1">
            <a:extLst>
              <a:ext uri="{FF2B5EF4-FFF2-40B4-BE49-F238E27FC236}">
                <a16:creationId xmlns:a16="http://schemas.microsoft.com/office/drawing/2014/main" id="{D7A025FE-20D6-D7C7-557F-A1F8FF5FF91A}"/>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83131210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Slide with logo Teal">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2" name="Rectangle 26">
            <a:extLst>
              <a:ext uri="{FF2B5EF4-FFF2-40B4-BE49-F238E27FC236}">
                <a16:creationId xmlns:a16="http://schemas.microsoft.com/office/drawing/2014/main" id="{77F7703D-4F57-B386-7552-96B1C62710F8}"/>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332010D8-9280-4F8A-C077-86BF6086D51C}"/>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13712709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Slide">
    <p:bg>
      <p:bgPr>
        <a:solidFill>
          <a:schemeClr val="accent1"/>
        </a:solidFill>
        <a:effectLst/>
      </p:bgPr>
    </p:bg>
    <p:spTree>
      <p:nvGrpSpPr>
        <p:cNvPr id="1" name=""/>
        <p:cNvGrpSpPr/>
        <p:nvPr/>
      </p:nvGrpSpPr>
      <p:grpSpPr>
        <a:xfrm>
          <a:off x="0" y="0"/>
          <a:ext cx="0" cy="0"/>
          <a:chOff x="0" y="0"/>
          <a:chExt cx="0" cy="0"/>
        </a:xfrm>
      </p:grpSpPr>
      <p:sp>
        <p:nvSpPr>
          <p:cNvPr id="1304"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pic>
        <p:nvPicPr>
          <p:cNvPr id="1305" name="Image" descr="Image"/>
          <p:cNvPicPr>
            <a:picLocks noChangeAspect="1"/>
          </p:cNvPicPr>
          <p:nvPr/>
        </p:nvPicPr>
        <p:blipFill>
          <a:blip r:embed="rId2"/>
          <a:stretch>
            <a:fillRect/>
          </a:stretch>
        </p:blipFill>
        <p:spPr>
          <a:xfrm>
            <a:off x="600348" y="393566"/>
            <a:ext cx="6557644" cy="3556001"/>
          </a:xfrm>
          <a:prstGeom prst="rect">
            <a:avLst/>
          </a:prstGeom>
          <a:ln w="12700">
            <a:miter lim="400000"/>
          </a:ln>
        </p:spPr>
      </p:pic>
      <p:sp>
        <p:nvSpPr>
          <p:cNvPr id="2" name="Text Placeholder 3">
            <a:extLst>
              <a:ext uri="{FF2B5EF4-FFF2-40B4-BE49-F238E27FC236}">
                <a16:creationId xmlns:a16="http://schemas.microsoft.com/office/drawing/2014/main" id="{99CF3841-8ED6-6708-57A4-9817037CEB78}"/>
              </a:ext>
            </a:extLst>
          </p:cNvPr>
          <p:cNvSpPr>
            <a:spLocks noGrp="1"/>
          </p:cNvSpPr>
          <p:nvPr>
            <p:ph type="body" sz="quarter" idx="21"/>
          </p:nvPr>
        </p:nvSpPr>
        <p:spPr>
          <a:xfrm>
            <a:off x="617538"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3" name="Text Placeholder 3">
            <a:extLst>
              <a:ext uri="{FF2B5EF4-FFF2-40B4-BE49-F238E27FC236}">
                <a16:creationId xmlns:a16="http://schemas.microsoft.com/office/drawing/2014/main" id="{07F3690B-C83C-2263-51B8-2AD430316DB8}"/>
              </a:ext>
            </a:extLst>
          </p:cNvPr>
          <p:cNvSpPr>
            <a:spLocks noGrp="1"/>
          </p:cNvSpPr>
          <p:nvPr>
            <p:ph type="body" sz="quarter" idx="22"/>
          </p:nvPr>
        </p:nvSpPr>
        <p:spPr>
          <a:xfrm>
            <a:off x="3473690"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4" name="Text Placeholder 3">
            <a:extLst>
              <a:ext uri="{FF2B5EF4-FFF2-40B4-BE49-F238E27FC236}">
                <a16:creationId xmlns:a16="http://schemas.microsoft.com/office/drawing/2014/main" id="{A283DC22-9630-B38E-C904-813DD4F866A9}"/>
              </a:ext>
            </a:extLst>
          </p:cNvPr>
          <p:cNvSpPr>
            <a:spLocks noGrp="1"/>
          </p:cNvSpPr>
          <p:nvPr>
            <p:ph type="body" sz="quarter" idx="23"/>
          </p:nvPr>
        </p:nvSpPr>
        <p:spPr>
          <a:xfrm>
            <a:off x="6329842"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5" name="Text Placeholder 3">
            <a:extLst>
              <a:ext uri="{FF2B5EF4-FFF2-40B4-BE49-F238E27FC236}">
                <a16:creationId xmlns:a16="http://schemas.microsoft.com/office/drawing/2014/main" id="{3E5848EA-712E-9B18-ECD8-B6B00CEC65F5}"/>
              </a:ext>
            </a:extLst>
          </p:cNvPr>
          <p:cNvSpPr>
            <a:spLocks noGrp="1"/>
          </p:cNvSpPr>
          <p:nvPr>
            <p:ph type="body" sz="quarter" idx="24"/>
          </p:nvPr>
        </p:nvSpPr>
        <p:spPr>
          <a:xfrm>
            <a:off x="9185994"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6" name="Text Placeholder 3">
            <a:extLst>
              <a:ext uri="{FF2B5EF4-FFF2-40B4-BE49-F238E27FC236}">
                <a16:creationId xmlns:a16="http://schemas.microsoft.com/office/drawing/2014/main" id="{239248B7-4F45-3A2F-F77A-254137B02A5D}"/>
              </a:ext>
            </a:extLst>
          </p:cNvPr>
          <p:cNvSpPr>
            <a:spLocks noGrp="1"/>
          </p:cNvSpPr>
          <p:nvPr>
            <p:ph type="body" sz="quarter" idx="25"/>
          </p:nvPr>
        </p:nvSpPr>
        <p:spPr>
          <a:xfrm>
            <a:off x="617538"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7" name="Text Placeholder 3">
            <a:extLst>
              <a:ext uri="{FF2B5EF4-FFF2-40B4-BE49-F238E27FC236}">
                <a16:creationId xmlns:a16="http://schemas.microsoft.com/office/drawing/2014/main" id="{25580FAC-13AA-9847-E7FB-CA6185B21438}"/>
              </a:ext>
            </a:extLst>
          </p:cNvPr>
          <p:cNvSpPr>
            <a:spLocks noGrp="1"/>
          </p:cNvSpPr>
          <p:nvPr>
            <p:ph type="body" sz="quarter" idx="26"/>
          </p:nvPr>
        </p:nvSpPr>
        <p:spPr>
          <a:xfrm>
            <a:off x="3473690"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8" name="Text Placeholder 3">
            <a:extLst>
              <a:ext uri="{FF2B5EF4-FFF2-40B4-BE49-F238E27FC236}">
                <a16:creationId xmlns:a16="http://schemas.microsoft.com/office/drawing/2014/main" id="{87064713-9468-3192-25BA-F4153E3A3D1C}"/>
              </a:ext>
            </a:extLst>
          </p:cNvPr>
          <p:cNvSpPr>
            <a:spLocks noGrp="1"/>
          </p:cNvSpPr>
          <p:nvPr>
            <p:ph type="body" sz="quarter" idx="27"/>
          </p:nvPr>
        </p:nvSpPr>
        <p:spPr>
          <a:xfrm>
            <a:off x="6329842"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9" name="Text Placeholder 3">
            <a:extLst>
              <a:ext uri="{FF2B5EF4-FFF2-40B4-BE49-F238E27FC236}">
                <a16:creationId xmlns:a16="http://schemas.microsoft.com/office/drawing/2014/main" id="{B975AAF6-3101-6B0C-FD52-BB661302BFB7}"/>
              </a:ext>
            </a:extLst>
          </p:cNvPr>
          <p:cNvSpPr>
            <a:spLocks noGrp="1"/>
          </p:cNvSpPr>
          <p:nvPr>
            <p:ph type="body" sz="quarter" idx="28"/>
          </p:nvPr>
        </p:nvSpPr>
        <p:spPr>
          <a:xfrm>
            <a:off x="9185994"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pic>
        <p:nvPicPr>
          <p:cNvPr id="10" name="Picture 9">
            <a:extLst>
              <a:ext uri="{FF2B5EF4-FFF2-40B4-BE49-F238E27FC236}">
                <a16:creationId xmlns:a16="http://schemas.microsoft.com/office/drawing/2014/main" id="{0DA257E9-E1E4-4676-33F4-21575F0D4664}"/>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20508010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9">
          <p15:clr>
            <a:srgbClr val="FBAE40"/>
          </p15:clr>
        </p15:guide>
      </p15:sldGuideLst>
    </p:ext>
  </p:extLst>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lide Number"/>
          <p:cNvSpPr txBox="1">
            <a:spLocks noGrp="1"/>
          </p:cNvSpPr>
          <p:nvPr>
            <p:ph type="sldNum" sz="quarter" idx="2"/>
          </p:nvPr>
        </p:nvSpPr>
        <p:spPr>
          <a:xfrm>
            <a:off x="11574470" y="6480000"/>
            <a:ext cx="157094" cy="153888"/>
          </a:xfrm>
          <a:prstGeom prst="rect">
            <a:avLst/>
          </a:prstGeom>
          <a:ln w="12700">
            <a:miter lim="400000"/>
          </a:ln>
        </p:spPr>
        <p:txBody>
          <a:bodyPr wrap="none" lIns="0" tIns="0" rIns="0" bIns="0">
            <a:spAutoFit/>
          </a:bodyPr>
          <a:lstStyle>
            <a:lvl1pPr algn="r">
              <a:lnSpc>
                <a:spcPct val="100000"/>
              </a:lnSpc>
              <a:defRPr sz="1000" b="0">
                <a:solidFill>
                  <a:schemeClr val="bg1"/>
                </a:solidFill>
              </a:defRPr>
            </a:lvl1pPr>
          </a:lstStyle>
          <a:p>
            <a:fld id="{86CB4B4D-7CA3-9044-876B-883B54F8677D}" type="slidenum">
              <a:rPr lang="en-MT" smtClean="0"/>
              <a:pPr/>
              <a:t>‹#›</a:t>
            </a:fld>
            <a:endParaRPr lang="en-MT" dirty="0"/>
          </a:p>
        </p:txBody>
      </p:sp>
      <p:sp>
        <p:nvSpPr>
          <p:cNvPr id="4" name="Rectangle 26"/>
          <p:cNvSpPr/>
          <p:nvPr/>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Title Text">
            <a:extLst>
              <a:ext uri="{FF2B5EF4-FFF2-40B4-BE49-F238E27FC236}">
                <a16:creationId xmlns:a16="http://schemas.microsoft.com/office/drawing/2014/main" id="{0FA158A4-54D2-FE6D-8D99-B11D40E0AF64}"/>
              </a:ext>
            </a:extLst>
          </p:cNvPr>
          <p:cNvSpPr txBox="1">
            <a:spLocks noGrp="1"/>
          </p:cNvSpPr>
          <p:nvPr>
            <p:ph type="title"/>
          </p:nvPr>
        </p:nvSpPr>
        <p:spPr>
          <a:xfrm>
            <a:off x="359999" y="360000"/>
            <a:ext cx="9000000" cy="90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lstStyle/>
          <a:p>
            <a:r>
              <a:rPr dirty="0"/>
              <a:t>Title Text</a:t>
            </a:r>
          </a:p>
        </p:txBody>
      </p:sp>
      <p:pic>
        <p:nvPicPr>
          <p:cNvPr id="5" name="Picture 4">
            <a:extLst>
              <a:ext uri="{FF2B5EF4-FFF2-40B4-BE49-F238E27FC236}">
                <a16:creationId xmlns:a16="http://schemas.microsoft.com/office/drawing/2014/main" id="{C870ADC5-57FC-F55D-0F83-C584981192E6}"/>
              </a:ext>
            </a:extLst>
          </p:cNvPr>
          <p:cNvPicPr>
            <a:picLocks noChangeAspect="1"/>
          </p:cNvPicPr>
          <p:nvPr userDrawn="1"/>
        </p:nvPicPr>
        <p:blipFill>
          <a:blip r:embed="rId24"/>
          <a:stretch>
            <a:fillRect/>
          </a:stretch>
        </p:blipFill>
        <p:spPr>
          <a:xfrm>
            <a:off x="10897966" y="362286"/>
            <a:ext cx="833598" cy="416799"/>
          </a:xfrm>
          <a:prstGeom prst="rect">
            <a:avLst/>
          </a:prstGeom>
        </p:spPr>
      </p:pic>
    </p:spTree>
  </p:cSld>
  <p:clrMap bg1="dk1" tx1="lt1" bg2="dk2" tx2="lt2" accent1="accent1" accent2="accent2" accent3="accent3" accent4="accent4" accent5="accent5" accent6="accent6" hlink="hlink" folHlink="folHlink"/>
  <p:sldLayoutIdLst>
    <p:sldLayoutId id="2147483716" r:id="rId1"/>
    <p:sldLayoutId id="2147483715" r:id="rId2"/>
    <p:sldLayoutId id="2147483724" r:id="rId3"/>
    <p:sldLayoutId id="2147483727" r:id="rId4"/>
    <p:sldLayoutId id="2147483736" r:id="rId5"/>
    <p:sldLayoutId id="2147483725" r:id="rId6"/>
    <p:sldLayoutId id="2147483734" r:id="rId7"/>
    <p:sldLayoutId id="2147483738" r:id="rId8"/>
    <p:sldLayoutId id="2147483726" r:id="rId9"/>
    <p:sldLayoutId id="2147483717" r:id="rId10"/>
    <p:sldLayoutId id="2147483718" r:id="rId11"/>
    <p:sldLayoutId id="2147483728" r:id="rId12"/>
    <p:sldLayoutId id="2147483732" r:id="rId13"/>
    <p:sldLayoutId id="2147483739" r:id="rId14"/>
    <p:sldLayoutId id="2147483741" r:id="rId15"/>
    <p:sldLayoutId id="2147483731" r:id="rId16"/>
    <p:sldLayoutId id="2147483730" r:id="rId17"/>
    <p:sldLayoutId id="2147483729" r:id="rId18"/>
    <p:sldLayoutId id="2147483742" r:id="rId19"/>
    <p:sldLayoutId id="2147483735" r:id="rId20"/>
    <p:sldLayoutId id="2147483740" r:id="rId21"/>
    <p:sldLayoutId id="2147483720" r:id="rId22"/>
  </p:sldLayoutIdLst>
  <p:transition spd="med"/>
  <p:hf hdr="0" ftr="0" dt="0"/>
  <p:txStyles>
    <p:title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p:titleStyle>
    <p:bodyStyle>
      <a:lvl1pPr marL="0" marR="0" indent="0" algn="l" defTabSz="457200" rtl="0" eaLnBrk="1" latinLnBrk="0" hangingPunct="1">
        <a:lnSpc>
          <a:spcPct val="100000"/>
        </a:lnSpc>
        <a:spcBef>
          <a:spcPts val="500"/>
        </a:spcBef>
        <a:spcAft>
          <a:spcPts val="0"/>
        </a:spcAft>
        <a:buClrTx/>
        <a:buSzTx/>
        <a:buFontTx/>
        <a:buNone/>
        <a:tabLst/>
        <a:defRPr sz="1800" b="0" i="0" u="none" strike="noStrike" cap="none" spc="0" baseline="0">
          <a:solidFill>
            <a:schemeClr val="accent4">
              <a:hueOff val="-839560"/>
              <a:satOff val="19935"/>
              <a:lumOff val="-15534"/>
            </a:schemeClr>
          </a:solidFill>
          <a:uFillTx/>
          <a:latin typeface="Arial"/>
          <a:ea typeface="Arial"/>
          <a:cs typeface="Arial"/>
          <a:sym typeface="Arial"/>
        </a:defRPr>
      </a:lvl1pPr>
      <a:lvl2pPr marL="104775" marR="0" indent="-104775"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2pPr>
      <a:lvl3pPr marL="273684" marR="0" indent="-99059"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3pPr>
      <a:lvl4pPr marL="443547" marR="0" indent="-103822"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4pPr>
      <a:lvl5pPr marL="617537" marR="0" indent="-104775"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5pPr>
      <a:lvl6pPr marL="2423160" marR="0" indent="-137160"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6pPr>
      <a:lvl7pPr marL="2880360" marR="0" indent="-137160"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7pPr>
      <a:lvl8pPr marL="3337559" marR="0" indent="-137159"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8pPr>
      <a:lvl9pPr marL="3794759" marR="0" indent="-137159"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9pPr>
    </p:bodyStyle>
    <p:otherStyle>
      <a:lvl1pPr marL="0" marR="0" indent="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1pPr>
      <a:lvl2pPr marL="0" marR="0" indent="4572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2pPr>
      <a:lvl3pPr marL="0" marR="0" indent="9144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3pPr>
      <a:lvl4pPr marL="0" marR="0" indent="13716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4pPr>
      <a:lvl5pPr marL="0" marR="0" indent="18288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5pPr>
      <a:lvl6pPr marL="0" marR="0" indent="22860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6pPr>
      <a:lvl7pPr marL="0" marR="0" indent="27432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7pPr>
      <a:lvl8pPr marL="0" marR="0" indent="32004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8pPr>
      <a:lvl9pPr marL="0" marR="0" indent="36576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9pPr>
    </p:otherStyle>
  </p:txStyles>
  <p:extLst>
    <p:ext uri="{27BBF7A9-308A-43DC-89C8-2F10F3537804}">
      <p15:sldGuideLst xmlns:p15="http://schemas.microsoft.com/office/powerpoint/2012/main"/>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3.xml.rels><?xml version="1.0" encoding="UTF-8"?><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7.png"/></Relationships>
</file>

<file path=ppt/slides/_rels/slide6.xml.rels><?xml version="1.0" encoding="UTF-8"?><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9B082B-315C-DD8D-A168-52A194A97853}"/>
              </a:ext>
            </a:extLst>
          </p:cNvPr>
          <p:cNvSpPr>
            <a:spLocks noGrp="1"/>
          </p:cNvSpPr>
          <p:nvPr>
            <p:ph type="body" sz="quarter" idx="22"/>
          </p:nvPr>
        </p:nvSpPr>
        <p:spPr>
          <a:xfrm>
            <a:off x="640800" y="4118205"/>
            <a:ext cx="8280000" cy="451754"/>
          </a:xfrm>
        </p:spPr>
        <p:txBody>
          <a:bodyPr/>
          <a:lstStyle/>
          <a:p>
            <a:r>
              <a:rPr lang="en-US" dirty="0"/>
              <a:t xml:space="preserve">UiPath </a:t>
            </a:r>
            <a:r>
              <a:rPr lang="en-US" dirty="0" err="1"/>
              <a:t>AgentHack</a:t>
            </a:r>
            <a:r>
              <a:rPr lang="en-US" dirty="0"/>
              <a:t xml:space="preserve">. Build the AI agents of tomorrow. </a:t>
            </a:r>
            <a:endParaRPr lang="en-MT" dirty="0"/>
          </a:p>
        </p:txBody>
      </p:sp>
      <p:sp>
        <p:nvSpPr>
          <p:cNvPr id="3" name="Title 2">
            <a:extLst>
              <a:ext uri="{FF2B5EF4-FFF2-40B4-BE49-F238E27FC236}">
                <a16:creationId xmlns:a16="http://schemas.microsoft.com/office/drawing/2014/main" id="{FBDEDE4E-6ACF-3A2E-D9B3-191EFDDD253B}"/>
              </a:ext>
            </a:extLst>
          </p:cNvPr>
          <p:cNvSpPr>
            <a:spLocks noGrp="1"/>
          </p:cNvSpPr>
          <p:nvPr>
            <p:ph type="title"/>
          </p:nvPr>
        </p:nvSpPr>
        <p:spPr>
          <a:xfrm>
            <a:off x="640800" y="3080317"/>
            <a:ext cx="8280000" cy="1037888"/>
          </a:xfrm>
        </p:spPr>
        <p:txBody>
          <a:bodyPr/>
          <a:lstStyle/>
          <a:p>
            <a:r>
              <a:rPr lang="en-US" dirty="0"/>
              <a:t>AuthFlow AI</a:t>
            </a:r>
            <a:br>
              <a:rPr lang="en-US" dirty="0"/>
            </a:br>
            <a:r>
              <a:rPr lang="en-US" dirty="0"/>
              <a:t>Prior authorization, orchestrated.</a:t>
            </a:r>
          </a:p>
        </p:txBody>
      </p:sp>
    </p:spTree>
    <p:extLst>
      <p:ext uri="{BB962C8B-B14F-4D97-AF65-F5344CB8AC3E}">
        <p14:creationId xmlns:p14="http://schemas.microsoft.com/office/powerpoint/2010/main" val="74999113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AFA35-F81D-0626-83EB-70B088D9B9DF}"/>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E66991E2-8AE2-DD26-A9A4-214B73B61F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255" y="1925979"/>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6">
            <a:extLst>
              <a:ext uri="{FF2B5EF4-FFF2-40B4-BE49-F238E27FC236}">
                <a16:creationId xmlns:a16="http://schemas.microsoft.com/office/drawing/2014/main" id="{023A3B3B-70DA-4806-B848-C55E152C6CBF}"/>
              </a:ext>
            </a:extLst>
          </p:cNvPr>
          <p:cNvSpPr>
            <a:spLocks noGrp="1"/>
          </p:cNvSpPr>
          <p:nvPr/>
        </p:nvSpPr>
        <p:spPr>
          <a:xfrm>
            <a:off x="308294" y="4436925"/>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Jane Doe</a:t>
            </a:r>
          </a:p>
        </p:txBody>
      </p:sp>
      <p:sp>
        <p:nvSpPr>
          <p:cNvPr id="4" name="Text Placeholder 11">
            <a:extLst>
              <a:ext uri="{FF2B5EF4-FFF2-40B4-BE49-F238E27FC236}">
                <a16:creationId xmlns:a16="http://schemas.microsoft.com/office/drawing/2014/main" id="{C50F4400-3C94-4D3A-92CC-2C64D553524A}"/>
              </a:ext>
            </a:extLst>
          </p:cNvPr>
          <p:cNvSpPr>
            <a:spLocks noGrp="1"/>
          </p:cNvSpPr>
          <p:nvPr/>
        </p:nvSpPr>
        <p:spPr>
          <a:xfrm>
            <a:off x="342659" y="5063729"/>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 xml:space="preserve">Job title @Company jane.doe@uipath.com </a:t>
            </a:r>
          </a:p>
        </p:txBody>
      </p:sp>
      <p:pic>
        <p:nvPicPr>
          <p:cNvPr id="5" name="Picture 2">
            <a:extLst>
              <a:ext uri="{FF2B5EF4-FFF2-40B4-BE49-F238E27FC236}">
                <a16:creationId xmlns:a16="http://schemas.microsoft.com/office/drawing/2014/main" id="{8D8FDD73-F412-713B-3DD2-71DA1C30C4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8334" y="1925979"/>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6">
            <a:extLst>
              <a:ext uri="{FF2B5EF4-FFF2-40B4-BE49-F238E27FC236}">
                <a16:creationId xmlns:a16="http://schemas.microsoft.com/office/drawing/2014/main" id="{03A01159-846F-0F7B-6E10-2F795B0A06AA}"/>
              </a:ext>
            </a:extLst>
          </p:cNvPr>
          <p:cNvSpPr>
            <a:spLocks noGrp="1"/>
          </p:cNvSpPr>
          <p:nvPr/>
        </p:nvSpPr>
        <p:spPr>
          <a:xfrm>
            <a:off x="3216503" y="4450509"/>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Jane Doe</a:t>
            </a:r>
          </a:p>
        </p:txBody>
      </p:sp>
      <p:sp>
        <p:nvSpPr>
          <p:cNvPr id="7" name="Text Placeholder 11">
            <a:extLst>
              <a:ext uri="{FF2B5EF4-FFF2-40B4-BE49-F238E27FC236}">
                <a16:creationId xmlns:a16="http://schemas.microsoft.com/office/drawing/2014/main" id="{2D9BC4B5-779B-1958-1E56-3B92969E86DF}"/>
              </a:ext>
            </a:extLst>
          </p:cNvPr>
          <p:cNvSpPr>
            <a:spLocks noGrp="1"/>
          </p:cNvSpPr>
          <p:nvPr/>
        </p:nvSpPr>
        <p:spPr>
          <a:xfrm>
            <a:off x="3105672" y="5062793"/>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 xml:space="preserve">Job title @Company jane.doe@uipath.com </a:t>
            </a:r>
          </a:p>
        </p:txBody>
      </p:sp>
      <p:pic>
        <p:nvPicPr>
          <p:cNvPr id="8" name="Picture 2">
            <a:extLst>
              <a:ext uri="{FF2B5EF4-FFF2-40B4-BE49-F238E27FC236}">
                <a16:creationId xmlns:a16="http://schemas.microsoft.com/office/drawing/2014/main" id="{7DBA6F5D-90AD-506A-CE4D-89319B51CB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1716" y="1973262"/>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B970237-0361-6A57-6B9D-3344AC7DBB09}"/>
              </a:ext>
            </a:extLst>
          </p:cNvPr>
          <p:cNvSpPr>
            <a:spLocks noGrp="1"/>
          </p:cNvSpPr>
          <p:nvPr/>
        </p:nvSpPr>
        <p:spPr>
          <a:xfrm>
            <a:off x="6148101" y="4450509"/>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Jane Doe</a:t>
            </a:r>
          </a:p>
        </p:txBody>
      </p:sp>
      <p:sp>
        <p:nvSpPr>
          <p:cNvPr id="10" name="Text Placeholder 11">
            <a:extLst>
              <a:ext uri="{FF2B5EF4-FFF2-40B4-BE49-F238E27FC236}">
                <a16:creationId xmlns:a16="http://schemas.microsoft.com/office/drawing/2014/main" id="{242DAF2E-2BDB-8C60-D764-D5185EBF89A0}"/>
              </a:ext>
            </a:extLst>
          </p:cNvPr>
          <p:cNvSpPr>
            <a:spLocks noGrp="1"/>
          </p:cNvSpPr>
          <p:nvPr/>
        </p:nvSpPr>
        <p:spPr>
          <a:xfrm>
            <a:off x="6148101" y="5060108"/>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 xml:space="preserve">Job title @Company jane.doe@uipath.com </a:t>
            </a:r>
          </a:p>
        </p:txBody>
      </p:sp>
      <p:pic>
        <p:nvPicPr>
          <p:cNvPr id="11" name="Picture 2">
            <a:extLst>
              <a:ext uri="{FF2B5EF4-FFF2-40B4-BE49-F238E27FC236}">
                <a16:creationId xmlns:a16="http://schemas.microsoft.com/office/drawing/2014/main" id="{49E04C0B-2472-ED45-82CC-742C963F71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5098" y="1973262"/>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12" name="Text Placeholder 6">
            <a:extLst>
              <a:ext uri="{FF2B5EF4-FFF2-40B4-BE49-F238E27FC236}">
                <a16:creationId xmlns:a16="http://schemas.microsoft.com/office/drawing/2014/main" id="{B647BEE1-A482-AA4D-385A-A902F0852F5E}"/>
              </a:ext>
            </a:extLst>
          </p:cNvPr>
          <p:cNvSpPr>
            <a:spLocks noGrp="1"/>
          </p:cNvSpPr>
          <p:nvPr/>
        </p:nvSpPr>
        <p:spPr>
          <a:xfrm>
            <a:off x="8858415" y="4436925"/>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Jane Doe</a:t>
            </a:r>
          </a:p>
        </p:txBody>
      </p:sp>
      <p:sp>
        <p:nvSpPr>
          <p:cNvPr id="13" name="Text Placeholder 11">
            <a:extLst>
              <a:ext uri="{FF2B5EF4-FFF2-40B4-BE49-F238E27FC236}">
                <a16:creationId xmlns:a16="http://schemas.microsoft.com/office/drawing/2014/main" id="{D0822F4C-6C78-11B3-C564-A83C5BAD18B2}"/>
              </a:ext>
            </a:extLst>
          </p:cNvPr>
          <p:cNvSpPr>
            <a:spLocks noGrp="1"/>
          </p:cNvSpPr>
          <p:nvPr/>
        </p:nvSpPr>
        <p:spPr>
          <a:xfrm>
            <a:off x="8881502" y="5060108"/>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 xml:space="preserve">Job title @Company jane.doe@uipath.com </a:t>
            </a:r>
          </a:p>
        </p:txBody>
      </p:sp>
      <p:sp>
        <p:nvSpPr>
          <p:cNvPr id="14" name="Title 1">
            <a:extLst>
              <a:ext uri="{FF2B5EF4-FFF2-40B4-BE49-F238E27FC236}">
                <a16:creationId xmlns:a16="http://schemas.microsoft.com/office/drawing/2014/main" id="{426A5EB7-4B7D-852B-B90D-74E6498EA545}"/>
              </a:ext>
            </a:extLst>
          </p:cNvPr>
          <p:cNvSpPr txBox="1">
            <a:spLocks/>
          </p:cNvSpPr>
          <p:nvPr/>
        </p:nvSpPr>
        <p:spPr>
          <a:xfrm>
            <a:off x="359999" y="360000"/>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US" dirty="0"/>
              <a:t>[Your team name]</a:t>
            </a:r>
            <a:r>
              <a:rPr lang="en-US" b="0" dirty="0"/>
              <a:t>​</a:t>
            </a:r>
            <a:br>
              <a:rPr lang="en-US" b="0" dirty="0"/>
            </a:br>
            <a:r>
              <a:rPr lang="en-US" dirty="0"/>
              <a:t>AuthFlow AI</a:t>
            </a:r>
            <a:r>
              <a:rPr lang="en-US" b="0" dirty="0"/>
              <a:t>​</a:t>
            </a:r>
            <a:endParaRPr lang="en-MT" dirty="0"/>
          </a:p>
        </p:txBody>
      </p:sp>
    </p:spTree>
    <p:extLst>
      <p:ext uri="{BB962C8B-B14F-4D97-AF65-F5344CB8AC3E}">
        <p14:creationId xmlns:p14="http://schemas.microsoft.com/office/powerpoint/2010/main" val="223180724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E3D97-861B-8216-1596-A30DB1E0C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A60B8-E509-98E7-2FEE-CE8BB6CF2A9D}"/>
              </a:ext>
            </a:extLst>
          </p:cNvPr>
          <p:cNvSpPr>
            <a:spLocks noGrp="1"/>
          </p:cNvSpPr>
          <p:nvPr>
            <p:ph type="title"/>
          </p:nvPr>
        </p:nvSpPr>
        <p:spPr/>
        <p:txBody>
          <a:bodyPr/>
          <a:lstStyle/>
          <a:p>
            <a:r>
              <a:rPr lang="en-GB" dirty="0">
                <a:solidFill>
                  <a:srgbClr val="172024"/>
                </a:solidFill>
              </a:rPr>
              <a:t>Problem statement and proposed solution</a:t>
            </a:r>
            <a:endParaRPr lang="en-MT" dirty="0">
              <a:solidFill>
                <a:srgbClr val="172024"/>
              </a:solidFill>
            </a:endParaRPr>
          </a:p>
        </p:txBody>
      </p:sp>
      <p:sp>
        <p:nvSpPr>
          <p:cNvPr id="10" name="Slide Number Placeholder 9">
            <a:extLst>
              <a:ext uri="{FF2B5EF4-FFF2-40B4-BE49-F238E27FC236}">
                <a16:creationId xmlns:a16="http://schemas.microsoft.com/office/drawing/2014/main" id="{612CFE9D-67C2-DBC8-C1B9-92F9C34115AD}"/>
              </a:ext>
            </a:extLst>
          </p:cNvPr>
          <p:cNvSpPr>
            <a:spLocks noGrp="1"/>
          </p:cNvSpPr>
          <p:nvPr>
            <p:ph type="sldNum" sz="quarter" idx="10"/>
          </p:nvPr>
        </p:nvSpPr>
        <p:spPr/>
        <p:txBody>
          <a:bodyPr/>
          <a:lstStyle/>
          <a:p>
            <a:fld id="{86CB4B4D-7CA3-9044-876B-883B54F8677D}" type="slidenum">
              <a:rPr lang="en-MT" smtClean="0"/>
              <a:t>3</a:t>
            </a:fld>
            <a:endParaRPr lang="en-MT"/>
          </a:p>
        </p:txBody>
      </p:sp>
      <p:sp>
        <p:nvSpPr>
          <p:cNvPr id="3" name="Text Placeholder 2">
            <a:extLst>
              <a:ext uri="{FF2B5EF4-FFF2-40B4-BE49-F238E27FC236}">
                <a16:creationId xmlns:a16="http://schemas.microsoft.com/office/drawing/2014/main" id="{ACA789EF-7679-BC5C-55B2-79105E026D27}"/>
              </a:ext>
            </a:extLst>
          </p:cNvPr>
          <p:cNvSpPr>
            <a:spLocks noGrp="1"/>
          </p:cNvSpPr>
          <p:nvPr>
            <p:ph type="body" sz="quarter" idx="15"/>
          </p:nvPr>
        </p:nvSpPr>
        <p:spPr/>
        <p:txBody>
          <a:bodyPr/>
          <a:lstStyle/>
          <a:p>
            <a:r>
              <a:rPr lang="en-GB" dirty="0"/>
              <a:t>Problem</a:t>
            </a:r>
          </a:p>
        </p:txBody>
      </p:sp>
      <p:sp>
        <p:nvSpPr>
          <p:cNvPr id="4" name="Content Placeholder 3">
            <a:extLst>
              <a:ext uri="{FF2B5EF4-FFF2-40B4-BE49-F238E27FC236}">
                <a16:creationId xmlns:a16="http://schemas.microsoft.com/office/drawing/2014/main" id="{6DEF4AF2-F532-7980-A51E-EB633C18E090}"/>
              </a:ext>
            </a:extLst>
          </p:cNvPr>
          <p:cNvSpPr>
            <a:spLocks noGrp="1"/>
          </p:cNvSpPr>
          <p:nvPr>
            <p:ph idx="16"/>
          </p:nvPr>
        </p:nvSpPr>
        <p:spPr>
          <a:prstGeom prst="rect">
            <a:avLst/>
          </a:prstGeom>
        </p:spPr>
        <p:txBody>
          <a:bodyPr/>
          <a:lstStyle/>
          <a:p>
            <a:pPr marL="285750" indent="-285750" fontAlgn="base">
              <a:buFont typeface="Arial" panose="020B0604020202020204" pitchFamily="34" charset="0"/>
              <a:buChar char="•"/>
            </a:pPr>
            <a:r>
              <a:rPr lang="en-US" dirty="0"/>
              <a:t>Prior authorization is slow, manual paperwork that delays patient care for days.</a:t>
            </a:r>
          </a:p>
          <a:p>
            <a:pPr marL="285750" indent="-285750" fontAlgn="base">
              <a:buFont typeface="Arial" panose="020B0604020202020204" pitchFamily="34" charset="0"/>
              <a:buChar char="•"/>
            </a:pPr>
            <a:r>
              <a:rPr lang="en-US" dirty="0"/>
              <a:t>The hard part is not writing a letter — it is knowing what a specific payer requires and whether the chart actually meets it.</a:t>
            </a:r>
          </a:p>
          <a:p>
            <a:pPr marL="285750" indent="-285750" fontAlgn="base">
              <a:buFont typeface="Arial" panose="020B0604020202020204" pitchFamily="34" charset="0"/>
              <a:buChar char="•"/>
            </a:pPr>
            <a:r>
              <a:rPr lang="en-US" dirty="0"/>
              <a:t>Decisions must stay with clinicians, and every step must be auditable.</a:t>
            </a:r>
          </a:p>
        </p:txBody>
      </p:sp>
      <p:sp>
        <p:nvSpPr>
          <p:cNvPr id="5" name="Text Placeholder 4">
            <a:extLst>
              <a:ext uri="{FF2B5EF4-FFF2-40B4-BE49-F238E27FC236}">
                <a16:creationId xmlns:a16="http://schemas.microsoft.com/office/drawing/2014/main" id="{CF86218D-58D1-4DB9-D829-CC6DC53A0A26}"/>
              </a:ext>
            </a:extLst>
          </p:cNvPr>
          <p:cNvSpPr>
            <a:spLocks noGrp="1"/>
          </p:cNvSpPr>
          <p:nvPr>
            <p:ph type="body" sz="quarter" idx="17"/>
          </p:nvPr>
        </p:nvSpPr>
        <p:spPr/>
        <p:txBody>
          <a:bodyPr/>
          <a:lstStyle/>
          <a:p>
            <a:r>
              <a:rPr lang="en-GB" dirty="0"/>
              <a:t>Solution</a:t>
            </a:r>
          </a:p>
        </p:txBody>
      </p:sp>
      <p:sp>
        <p:nvSpPr>
          <p:cNvPr id="6" name="Content Placeholder 5">
            <a:extLst>
              <a:ext uri="{FF2B5EF4-FFF2-40B4-BE49-F238E27FC236}">
                <a16:creationId xmlns:a16="http://schemas.microsoft.com/office/drawing/2014/main" id="{39D3F4E2-81AA-B610-6D1B-F0DAA1E2611A}"/>
              </a:ext>
            </a:extLst>
          </p:cNvPr>
          <p:cNvSpPr>
            <a:spLocks noGrp="1"/>
          </p:cNvSpPr>
          <p:nvPr>
            <p:ph idx="18"/>
          </p:nvPr>
        </p:nvSpPr>
        <p:spPr/>
        <p:txBody>
          <a:bodyPr/>
          <a:lstStyle/>
          <a:p>
            <a:pPr marL="285750" indent="-285750" fontAlgn="base">
              <a:buFont typeface="Arial" panose="020B0604020202020204" pitchFamily="34" charset="0"/>
              <a:buChar char="•"/>
            </a:pPr>
            <a:r>
              <a:rPr lang="en-US" dirty="0"/>
              <a:t>AuthFlow AI is a governed, long-running workflow — not a document generator. UiPath Maestro orchestrates RPA, AI agents, APIs, and clinicians end to end.</a:t>
            </a:r>
          </a:p>
          <a:p>
            <a:pPr marL="285750" indent="-285750" fontAlgn="base">
              <a:buFont typeface="Arial" panose="020B0604020202020204" pitchFamily="34" charset="0"/>
              <a:buChar char="•"/>
            </a:pPr>
            <a:r>
              <a:rPr lang="en-US" dirty="0"/>
              <a:t>A LangChain CriteriaMatch agent maps chart evidence to payer criteria; a BPMN gateway routes each case to auto-submit, a staff task, or a clinician.</a:t>
            </a:r>
          </a:p>
          <a:p>
            <a:pPr marL="285750" indent="-285750" fontAlgn="base">
              <a:buFont typeface="Arial" panose="020B0604020202020204" pitchFamily="34" charset="0"/>
              <a:buChar char="•"/>
            </a:pPr>
            <a:r>
              <a:rPr lang="en-US" dirty="0"/>
              <a:t>Missing documentation suspends the process and resumes when supplied — agents accelerate the work, clinicians keep the decisions.</a:t>
            </a:r>
          </a:p>
        </p:txBody>
      </p:sp>
    </p:spTree>
    <p:extLst>
      <p:ext uri="{BB962C8B-B14F-4D97-AF65-F5344CB8AC3E}">
        <p14:creationId xmlns:p14="http://schemas.microsoft.com/office/powerpoint/2010/main" val="388946008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2A98F-0D34-4F65-DE46-AE03205ED290}"/>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AD4CB4D1-7370-9D56-91FE-E94FD0B5521C}"/>
              </a:ext>
            </a:extLst>
          </p:cNvPr>
          <p:cNvSpPr txBox="1">
            <a:spLocks/>
          </p:cNvSpPr>
          <p:nvPr/>
        </p:nvSpPr>
        <p:spPr>
          <a:xfrm>
            <a:off x="259203" y="360000"/>
            <a:ext cx="9000000" cy="499928"/>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GB" dirty="0"/>
              <a:t>Benefits and technologies used</a:t>
            </a:r>
            <a:endParaRPr lang="en-MT" dirty="0"/>
          </a:p>
        </p:txBody>
      </p:sp>
      <p:sp>
        <p:nvSpPr>
          <p:cNvPr id="3" name="Slide Number">
            <a:extLst>
              <a:ext uri="{FF2B5EF4-FFF2-40B4-BE49-F238E27FC236}">
                <a16:creationId xmlns:a16="http://schemas.microsoft.com/office/drawing/2014/main" id="{3318ADF4-66DC-932F-99DD-DE3F238E9B1F}"/>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a:t>
            </a:fld>
            <a:endParaRPr/>
          </a:p>
        </p:txBody>
      </p:sp>
      <p:graphicFrame>
        <p:nvGraphicFramePr>
          <p:cNvPr id="4" name="Table 3">
            <a:extLst>
              <a:ext uri="{FF2B5EF4-FFF2-40B4-BE49-F238E27FC236}">
                <a16:creationId xmlns:a16="http://schemas.microsoft.com/office/drawing/2014/main" id="{D6412797-89F7-45B5-CEE9-E11B1345AA3A}"/>
              </a:ext>
            </a:extLst>
          </p:cNvPr>
          <p:cNvGraphicFramePr>
            <a:graphicFrameLocks noGrp="1"/>
          </p:cNvGraphicFramePr>
          <p:nvPr>
            <p:extLst>
              <p:ext uri="{D42A27DB-BD31-4B8C-83A1-F6EECF244321}">
                <p14:modId xmlns:p14="http://schemas.microsoft.com/office/powerpoint/2010/main" val="1692350897"/>
              </p:ext>
            </p:extLst>
          </p:nvPr>
        </p:nvGraphicFramePr>
        <p:xfrm>
          <a:off x="359999" y="1506261"/>
          <a:ext cx="5006658" cy="4991737"/>
        </p:xfrm>
        <a:graphic>
          <a:graphicData uri="http://schemas.openxmlformats.org/drawingml/2006/table">
            <a:tbl>
              <a:tblPr/>
              <a:tblGrid>
                <a:gridCol w="2503329">
                  <a:extLst>
                    <a:ext uri="{9D8B030D-6E8A-4147-A177-3AD203B41FA5}">
                      <a16:colId xmlns:a16="http://schemas.microsoft.com/office/drawing/2014/main" val="1797263825"/>
                    </a:ext>
                  </a:extLst>
                </a:gridCol>
                <a:gridCol w="2503329">
                  <a:extLst>
                    <a:ext uri="{9D8B030D-6E8A-4147-A177-3AD203B41FA5}">
                      <a16:colId xmlns:a16="http://schemas.microsoft.com/office/drawing/2014/main" val="4089649546"/>
                    </a:ext>
                  </a:extLst>
                </a:gridCol>
              </a:tblGrid>
              <a:tr h="997533">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End-user</a:t>
                      </a:r>
                      <a:r>
                        <a:rPr lang="en-US" sz="1800" b="1" i="0" dirty="0">
                          <a:solidFill>
                            <a:srgbClr val="FFFFFF"/>
                          </a:solidFill>
                          <a:effectLst/>
                          <a:latin typeface="Arial" panose="020B0604020202020204" pitchFamily="34" charset="0"/>
                        </a:rPr>
                        <a:t>​</a:t>
                      </a:r>
                      <a:endParaRPr lang="en-US" sz="1800" b="1" i="0" dirty="0">
                        <a:solidFill>
                          <a:srgbClr val="FFFFFF"/>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32C4F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dirty="0">
                          <a:solidFill>
                            <a:srgbClr val="000000"/>
                          </a:solidFill>
                          <a:effectLst/>
                          <a:latin typeface="Arial" panose="020B0604020202020204" pitchFamily="34" charset="0"/>
                        </a:rPr>
                        <a:t>Clinics &amp; provider prior-auth teams</a:t>
                      </a:r>
                      <a:r>
                        <a:rPr lang="en-US" sz="1800" b="1" i="0" dirty="0">
                          <a:solidFill>
                            <a:srgbClr val="FFFFFF"/>
                          </a:solidFill>
                          <a:effectLst/>
                          <a:latin typeface="Arial" panose="020B0604020202020204" pitchFamily="34" charset="0"/>
                        </a:rPr>
                        <a:t>​</a:t>
                      </a:r>
                      <a:endParaRPr lang="en-US" sz="1800" b="1" i="0" dirty="0">
                        <a:solidFill>
                          <a:srgbClr val="FFFFFF"/>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2700" cap="flat" cmpd="sng" algn="ctr">
                      <a:solidFill>
                        <a:srgbClr val="32C4F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484696175"/>
                  </a:ext>
                </a:extLst>
              </a:tr>
              <a:tr h="997533">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User department</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dirty="0">
                          <a:solidFill>
                            <a:srgbClr val="000000"/>
                          </a:solidFill>
                          <a:effectLst/>
                          <a:latin typeface="Arial" panose="020B0604020202020204" pitchFamily="34" charset="0"/>
                        </a:rPr>
                        <a:t>Utilization management / authorization staff</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1025955541"/>
                  </a:ext>
                </a:extLst>
              </a:tr>
              <a:tr h="997533">
                <a:tc>
                  <a:txBody>
                    <a:bodyPr/>
                    <a:lstStyle/>
                    <a:p>
                      <a:pPr algn="l" fontAlgn="base">
                        <a:lnSpc>
                          <a:spcPts val="1425"/>
                        </a:lnSpc>
                        <a:buNone/>
                      </a:pPr>
                      <a:r>
                        <a:rPr lang="en-US" sz="1800" b="1" i="0" u="none" strike="noStrike">
                          <a:solidFill>
                            <a:srgbClr val="FFFFFF"/>
                          </a:solidFill>
                          <a:effectLst/>
                          <a:latin typeface="Arial" panose="020B0604020202020204" pitchFamily="34" charset="0"/>
                        </a:rPr>
                        <a:t>Industries</a:t>
                      </a:r>
                      <a:r>
                        <a:rPr lang="en-US" sz="1800" b="0" i="0">
                          <a:solidFill>
                            <a:srgbClr val="000000"/>
                          </a:solidFill>
                          <a:effectLst/>
                          <a:latin typeface="Arial" panose="020B0604020202020204" pitchFamily="34" charset="0"/>
                        </a:rPr>
                        <a:t>​</a:t>
                      </a:r>
                      <a:endParaRPr lang="en-US" sz="1800" b="0" i="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dirty="0">
                          <a:solidFill>
                            <a:srgbClr val="000000"/>
                          </a:solidFill>
                          <a:effectLst/>
                          <a:latin typeface="Arial" panose="020B0604020202020204" pitchFamily="34" charset="0"/>
                        </a:rPr>
                        <a:t>Healthcare payers &amp; providers (cardiovascular, rheumatology)</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3613447538"/>
                  </a:ext>
                </a:extLst>
              </a:tr>
              <a:tr h="997533">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UiPath products used</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a:solidFill>
                            <a:srgbClr val="000000"/>
                          </a:solidFill>
                          <a:effectLst/>
                          <a:latin typeface="Arial" panose="020B0604020202020204" pitchFamily="34" charset="0"/>
                        </a:rPr>
                        <a:t>Maestro BPMN, Agent Builder, API Workflows, Document Understanding, RPA</a:t>
                      </a:r>
                      <a:r>
                        <a:rPr lang="en-US" sz="1800" b="0" i="0">
                          <a:solidFill>
                            <a:srgbClr val="000000"/>
                          </a:solidFill>
                          <a:effectLst/>
                          <a:latin typeface="Arial" panose="020B0604020202020204" pitchFamily="34" charset="0"/>
                        </a:rPr>
                        <a:t>​</a:t>
                      </a:r>
                      <a:endParaRPr lang="en-US" sz="1800" b="0" i="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1221151595"/>
                  </a:ext>
                </a:extLst>
              </a:tr>
              <a:tr h="1001605">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Other - integrations / APIs / technologies used</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2700" cap="flat" cmpd="sng" algn="ctr">
                      <a:solidFill>
                        <a:srgbClr val="32C4F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dirty="0">
                          <a:solidFill>
                            <a:srgbClr val="000000"/>
                          </a:solidFill>
                          <a:effectLst/>
                          <a:latin typeface="Arial" panose="020B0604020202020204" pitchFamily="34" charset="0"/>
                        </a:rPr>
                        <a:t>LangChain (CriteriaMatch), OpenAI, Qdrant RAG, Supabase; built with Claude Code via UiPath CLI</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2700" cap="flat" cmpd="sng" algn="ctr">
                      <a:solidFill>
                        <a:srgbClr val="32C4F3"/>
                      </a:solidFill>
                      <a:prstDash val="solid"/>
                      <a:round/>
                      <a:headEnd type="none" w="med" len="med"/>
                      <a:tailEnd type="none" w="med" len="med"/>
                    </a:lnB>
                    <a:solidFill>
                      <a:srgbClr val="0BA2B3"/>
                    </a:solidFill>
                  </a:tcPr>
                </a:tc>
                <a:extLst>
                  <a:ext uri="{0D108BD9-81ED-4DB2-BD59-A6C34878D82A}">
                    <a16:rowId xmlns:a16="http://schemas.microsoft.com/office/drawing/2014/main" val="1265993834"/>
                  </a:ext>
                </a:extLst>
              </a:tr>
            </a:tbl>
          </a:graphicData>
        </a:graphic>
      </p:graphicFrame>
      <p:sp>
        <p:nvSpPr>
          <p:cNvPr id="5" name="Rectangle 1">
            <a:extLst>
              <a:ext uri="{FF2B5EF4-FFF2-40B4-BE49-F238E27FC236}">
                <a16:creationId xmlns:a16="http://schemas.microsoft.com/office/drawing/2014/main" id="{FDDB8F6C-6FD2-1712-F7ED-DE2D595FD1C3}"/>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 Placeholder 25">
            <a:extLst>
              <a:ext uri="{FF2B5EF4-FFF2-40B4-BE49-F238E27FC236}">
                <a16:creationId xmlns:a16="http://schemas.microsoft.com/office/drawing/2014/main" id="{529D93D7-AC19-31FD-0A31-FCBFBA9AFD4D}"/>
              </a:ext>
            </a:extLst>
          </p:cNvPr>
          <p:cNvSpPr>
            <a:spLocks noGrp="1"/>
          </p:cNvSpPr>
          <p:nvPr/>
        </p:nvSpPr>
        <p:spPr>
          <a:xfrm>
            <a:off x="6422266" y="770263"/>
            <a:ext cx="5497831" cy="489737"/>
          </a:xfrm>
          <a:prstGeom prst="rect">
            <a:avLst/>
          </a:prstGeom>
        </p:spPr>
        <p:txBody>
          <a:bodyPr vert="horz" lIns="0" tIns="0" rIns="0" bIns="0" rtlCol="0" anchor="b" anchorCtr="0">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Benefits, impact and outcomes</a:t>
            </a:r>
          </a:p>
        </p:txBody>
      </p:sp>
      <p:sp>
        <p:nvSpPr>
          <p:cNvPr id="7" name="Content Placeholder 32">
            <a:extLst>
              <a:ext uri="{FF2B5EF4-FFF2-40B4-BE49-F238E27FC236}">
                <a16:creationId xmlns:a16="http://schemas.microsoft.com/office/drawing/2014/main" id="{AFAA334A-A9E5-9A6B-D433-4770703EF4AD}"/>
              </a:ext>
            </a:extLst>
          </p:cNvPr>
          <p:cNvSpPr txBox="1">
            <a:spLocks/>
          </p:cNvSpPr>
          <p:nvPr/>
        </p:nvSpPr>
        <p:spPr>
          <a:xfrm>
            <a:off x="6318751" y="1506260"/>
            <a:ext cx="5500550"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buFont typeface="Arial" panose="020B0604020202020204" pitchFamily="34" charset="0"/>
              <a:buChar char="•"/>
            </a:pPr>
            <a:r>
              <a:rPr lang="en-US" sz="1800" b="0" dirty="0">
                <a:solidFill>
                  <a:schemeClr val="bg1"/>
                </a:solidFill>
              </a:rPr>
              <a:t>80%+ of clean requests resolved in minutes instead of days; staff stop chasing scattered systems.</a:t>
            </a:r>
          </a:p>
          <a:p>
            <a:pPr marL="285750" indent="-285750">
              <a:buFont typeface="Arial" panose="020B0604020202020204" pitchFamily="34" charset="0"/>
              <a:buChar char="•"/>
            </a:pPr>
            <a:r>
              <a:rPr lang="en-US" sz="1800" b="0" dirty="0">
                <a:solidFill>
                  <a:schemeClr val="bg1"/>
                </a:solidFill>
              </a:rPr>
              <a:t>Every AI decision is explainable and logged for audit; clinicians stay accountable. One pipeline generalizes across specialties and payers with no code change.</a:t>
            </a:r>
          </a:p>
        </p:txBody>
      </p:sp>
      <p:sp>
        <p:nvSpPr>
          <p:cNvPr id="8" name="Text Placeholder 25">
            <a:extLst>
              <a:ext uri="{FF2B5EF4-FFF2-40B4-BE49-F238E27FC236}">
                <a16:creationId xmlns:a16="http://schemas.microsoft.com/office/drawing/2014/main" id="{41C52358-4F5E-423D-E7FA-F4BB97C68355}"/>
              </a:ext>
            </a:extLst>
          </p:cNvPr>
          <p:cNvSpPr>
            <a:spLocks noGrp="1"/>
          </p:cNvSpPr>
          <p:nvPr/>
        </p:nvSpPr>
        <p:spPr>
          <a:xfrm>
            <a:off x="359999" y="810000"/>
            <a:ext cx="5497831" cy="489737"/>
          </a:xfrm>
          <a:prstGeom prst="rect">
            <a:avLst/>
          </a:prstGeom>
        </p:spPr>
        <p:txBody>
          <a:bodyPr vert="horz" lIns="0" tIns="0" rIns="0" bIns="0" rtlCol="0" anchor="b" anchorCtr="0">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Details</a:t>
            </a:r>
          </a:p>
        </p:txBody>
      </p:sp>
    </p:spTree>
    <p:extLst>
      <p:ext uri="{BB962C8B-B14F-4D97-AF65-F5344CB8AC3E}">
        <p14:creationId xmlns:p14="http://schemas.microsoft.com/office/powerpoint/2010/main" val="9207318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C5ABE-B1E7-E0F4-F9C1-1C0EF8D99D9D}"/>
            </a:ext>
          </a:extLst>
        </p:cNvPr>
        <p:cNvGrpSpPr/>
        <p:nvPr/>
      </p:nvGrpSpPr>
      <p:grpSpPr>
        <a:xfrm>
          <a:off x="0" y="0"/>
          <a:ext cx="0" cy="0"/>
          <a:chOff x="0" y="0"/>
          <a:chExt cx="0" cy="0"/>
        </a:xfrm>
      </p:grpSpPr>
      <p:sp>
        <p:nvSpPr>
          <p:cNvPr id="3" name="Slide Number">
            <a:extLst>
              <a:ext uri="{FF2B5EF4-FFF2-40B4-BE49-F238E27FC236}">
                <a16:creationId xmlns:a16="http://schemas.microsoft.com/office/drawing/2014/main" id="{769EFCAF-5C74-EB05-21F5-2D2BC2E0EABB}"/>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a:t>
            </a:fld>
            <a:endParaRPr/>
          </a:p>
        </p:txBody>
      </p:sp>
      <p:sp>
        <p:nvSpPr>
          <p:cNvPr id="5" name="Rectangle 1">
            <a:extLst>
              <a:ext uri="{FF2B5EF4-FFF2-40B4-BE49-F238E27FC236}">
                <a16:creationId xmlns:a16="http://schemas.microsoft.com/office/drawing/2014/main" id="{D988C2DD-493B-5D96-F19B-E505FAFF2D0F}"/>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itle 2">
            <a:extLst>
              <a:ext uri="{FF2B5EF4-FFF2-40B4-BE49-F238E27FC236}">
                <a16:creationId xmlns:a16="http://schemas.microsoft.com/office/drawing/2014/main" id="{E33809C1-421A-FEE4-C2CB-3DA05EF49DDB}"/>
              </a:ext>
            </a:extLst>
          </p:cNvPr>
          <p:cNvSpPr txBox="1">
            <a:spLocks/>
          </p:cNvSpPr>
          <p:nvPr/>
        </p:nvSpPr>
        <p:spPr>
          <a:xfrm>
            <a:off x="359999" y="360000"/>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GB"/>
              <a:t>Solution architecture</a:t>
            </a:r>
            <a:endParaRPr lang="en-MT" dirty="0"/>
          </a:p>
        </p:txBody>
      </p:sp>
      <p:sp>
        <p:nvSpPr>
          <p:cNvPr id="4" name="Content Placeholder 32">
            <a:extLst>
              <a:ext uri="{FF2B5EF4-FFF2-40B4-BE49-F238E27FC236}">
                <a16:creationId xmlns:a16="http://schemas.microsoft.com/office/drawing/2014/main" id="{03A6AAA2-CFF2-6048-0FF5-456004E6B92D}"/>
              </a:ext>
            </a:extLst>
          </p:cNvPr>
          <p:cNvSpPr txBox="1">
            <a:spLocks/>
          </p:cNvSpPr>
          <p:nvPr/>
        </p:nvSpPr>
        <p:spPr>
          <a:xfrm>
            <a:off x="359999" y="1506260"/>
            <a:ext cx="11459302"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b="0" dirty="0">
                <a:solidFill>
                  <a:schemeClr val="bg1"/>
                </a:solidFill>
              </a:rPr>
              <a:t xml:space="preserve"> </a:t>
            </a:r>
            <a:br>
              <a:rPr lang="en-US" sz="1800" b="0" dirty="0">
                <a:solidFill>
                  <a:schemeClr val="bg1"/>
                </a:solidFill>
              </a:rPr>
            </a:br>
            <a:endParaRPr lang="en-US" sz="1800" b="0" dirty="0">
              <a:solidFill>
                <a:schemeClr val="bg1"/>
              </a:solidFill>
            </a:endParaRPr>
          </a:p>
        </p:txBody>
      </p:sp>
      <p:pic>
        <p:nvPicPr>
          <p:cNvPr id="50" name="Architecture diagram"/>
          <p:cNvPicPr>
            <a:picLocks noChangeAspect="1"/>
          </p:cNvPicPr>
          <p:nvPr/>
        </p:nvPicPr>
        <p:blipFill>
          <a:blip r:embed="rId2"/>
          <a:stretch>
            <a:fillRect/>
          </a:stretch>
        </p:blipFill>
        <p:spPr>
          <a:xfrm>
            <a:off x="457200" y="1520000"/>
            <a:ext cx="11264900" cy="4753800"/>
          </a:xfrm>
          <a:prstGeom prst="rect">
            <a:avLst/>
          </a:prstGeom>
        </p:spPr>
      </p:pic>
    </p:spTree>
    <p:extLst>
      <p:ext uri="{BB962C8B-B14F-4D97-AF65-F5344CB8AC3E}">
        <p14:creationId xmlns:p14="http://schemas.microsoft.com/office/powerpoint/2010/main" val="210372654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16939-4992-93D2-F302-D02CECF6C8D1}"/>
            </a:ext>
          </a:extLst>
        </p:cNvPr>
        <p:cNvGrpSpPr/>
        <p:nvPr/>
      </p:nvGrpSpPr>
      <p:grpSpPr>
        <a:xfrm>
          <a:off x="0" y="0"/>
          <a:ext cx="0" cy="0"/>
          <a:chOff x="0" y="0"/>
          <a:chExt cx="0" cy="0"/>
        </a:xfrm>
      </p:grpSpPr>
      <p:sp>
        <p:nvSpPr>
          <p:cNvPr id="3" name="Slide Number">
            <a:extLst>
              <a:ext uri="{FF2B5EF4-FFF2-40B4-BE49-F238E27FC236}">
                <a16:creationId xmlns:a16="http://schemas.microsoft.com/office/drawing/2014/main" id="{6C4E72B3-93AC-C753-7A84-C1CD66A5B0E1}"/>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6</a:t>
            </a:fld>
            <a:endParaRPr/>
          </a:p>
        </p:txBody>
      </p:sp>
      <p:sp>
        <p:nvSpPr>
          <p:cNvPr id="5" name="Rectangle 1">
            <a:extLst>
              <a:ext uri="{FF2B5EF4-FFF2-40B4-BE49-F238E27FC236}">
                <a16:creationId xmlns:a16="http://schemas.microsoft.com/office/drawing/2014/main" id="{01843E0A-2036-C699-04BE-44B828C31B55}"/>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itle 2">
            <a:extLst>
              <a:ext uri="{FF2B5EF4-FFF2-40B4-BE49-F238E27FC236}">
                <a16:creationId xmlns:a16="http://schemas.microsoft.com/office/drawing/2014/main" id="{BEFB8217-129D-D95A-BB32-442DB9B98EF6}"/>
              </a:ext>
            </a:extLst>
          </p:cNvPr>
          <p:cNvSpPr txBox="1">
            <a:spLocks/>
          </p:cNvSpPr>
          <p:nvPr/>
        </p:nvSpPr>
        <p:spPr>
          <a:xfrm>
            <a:off x="359999" y="518044"/>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GB" dirty="0"/>
              <a:t>Three cases, three BPMN branches</a:t>
            </a:r>
            <a:endParaRPr lang="en-MT" dirty="0"/>
          </a:p>
        </p:txBody>
      </p:sp>
      <p:sp>
        <p:nvSpPr>
          <p:cNvPr id="6" name="Content Placeholder 32">
            <a:extLst>
              <a:ext uri="{FF2B5EF4-FFF2-40B4-BE49-F238E27FC236}">
                <a16:creationId xmlns:a16="http://schemas.microsoft.com/office/drawing/2014/main" id="{923C445F-3F02-3F28-536A-78F2019EEC9B}"/>
              </a:ext>
            </a:extLst>
          </p:cNvPr>
          <p:cNvSpPr txBox="1">
            <a:spLocks/>
          </p:cNvSpPr>
          <p:nvPr/>
        </p:nvSpPr>
        <p:spPr>
          <a:xfrm>
            <a:off x="359999" y="1506260"/>
            <a:ext cx="11459302"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800" b="1" dirty="0">
                <a:solidFill>
                  <a:schemeClr val="bg1"/>
                </a:solidFill>
              </a:rPr>
              <a:t>1. Clean approval (READY)</a:t>
            </a:r>
          </a:p>
          <a:p>
            <a:r>
              <a:rPr lang="en-US" sz="1600" b="0" dirty="0">
                <a:solidFill>
                  <a:schemeClr val="bg1"/>
                </a:solidFill>
              </a:rPr>
              <a:t>All payer criteria documented. The packet is generated and submitted automatically.</a:t>
            </a:r>
          </a:p>
          <a:p>
            <a:r>
              <a:rPr lang="en-US" sz="1800" b="1" dirty="0">
                <a:solidFill>
                  <a:schemeClr val="bg1"/>
                </a:solidFill>
              </a:rPr>
              <a:t>2. Missing documentation (SUSPEND / RESUME) — the centerpiece</a:t>
            </a:r>
          </a:p>
          <a:p>
            <a:r>
              <a:rPr lang="en-US" sz="1600" b="0" dirty="0">
                <a:solidFill>
                  <a:schemeClr val="bg1"/>
                </a:solidFill>
              </a:rPr>
              <a:t>The conservative-therapy evidence is ambiguous. The process pauses, opens a staff task, and resumes when the documentation is supplied.</a:t>
            </a:r>
          </a:p>
          <a:p>
            <a:r>
              <a:rPr lang="en-US" sz="1800" b="1" dirty="0">
                <a:solidFill>
                  <a:schemeClr val="bg1"/>
                </a:solidFill>
              </a:rPr>
              <a:t>3. Guideline-discordant (ESCALATE)</a:t>
            </a:r>
          </a:p>
          <a:p>
            <a:r>
              <a:rPr lang="en-US" sz="1600" b="0" dirty="0">
                <a:solidFill>
                  <a:schemeClr val="bg1"/>
                </a:solidFill>
              </a:rPr>
              <a:t>Routed to a medical director — never auto-denied. A clinician makes the call.</a:t>
            </a:r>
          </a:p>
        </p:txBody>
      </p:sp>
    </p:spTree>
    <p:extLst>
      <p:ext uri="{BB962C8B-B14F-4D97-AF65-F5344CB8AC3E}">
        <p14:creationId xmlns:p14="http://schemas.microsoft.com/office/powerpoint/2010/main" val="189117309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158FD-BD27-6FA8-1273-E9EC258BED5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E1806CF-B883-489C-2357-0C8CD1471272}"/>
              </a:ext>
            </a:extLst>
          </p:cNvPr>
          <p:cNvSpPr>
            <a:spLocks noGrp="1"/>
          </p:cNvSpPr>
          <p:nvPr>
            <p:ph type="title"/>
          </p:nvPr>
        </p:nvSpPr>
        <p:spPr/>
        <p:txBody>
          <a:bodyPr/>
          <a:lstStyle/>
          <a:p>
            <a:r>
              <a:rPr lang="en-MT" dirty="0"/>
              <a:t>AuthFlow AI — agents accelerate the work; clinicians keep the decisions.</a:t>
            </a:r>
          </a:p>
        </p:txBody>
      </p:sp>
    </p:spTree>
    <p:extLst>
      <p:ext uri="{BB962C8B-B14F-4D97-AF65-F5344CB8AC3E}">
        <p14:creationId xmlns:p14="http://schemas.microsoft.com/office/powerpoint/2010/main" val="62120523"/>
      </p:ext>
    </p:extLst>
  </p:cSld>
  <p:clrMapOvr>
    <a:masterClrMapping/>
  </p:clrMapOvr>
  <p:transition spd="med"/>
</p:sld>
</file>

<file path=ppt/theme/theme1.xml><?xml version="1.0" encoding="utf-8"?>
<a:theme xmlns:a="http://schemas.openxmlformats.org/drawingml/2006/main" name="Primary Presentation Layouts">
  <a:themeElements>
    <a:clrScheme name="UiPath colors">
      <a:dk1>
        <a:srgbClr val="172024"/>
      </a:dk1>
      <a:lt1>
        <a:srgbClr val="FFFFFF"/>
      </a:lt1>
      <a:dk2>
        <a:srgbClr val="9D9D9D"/>
      </a:dk2>
      <a:lt2>
        <a:srgbClr val="F6F6F6"/>
      </a:lt2>
      <a:accent1>
        <a:srgbClr val="FA4616"/>
      </a:accent1>
      <a:accent2>
        <a:srgbClr val="1E6482"/>
      </a:accent2>
      <a:accent3>
        <a:srgbClr val="A32200"/>
      </a:accent3>
      <a:accent4>
        <a:srgbClr val="0BA2B3"/>
      </a:accent4>
      <a:accent5>
        <a:srgbClr val="8B288A"/>
      </a:accent5>
      <a:accent6>
        <a:srgbClr val="FA7678"/>
      </a:accent6>
      <a:hlink>
        <a:srgbClr val="5BCBDE"/>
      </a:hlink>
      <a:folHlink>
        <a:srgbClr val="5BCBDE"/>
      </a:folHlink>
    </a:clrScheme>
    <a:fontScheme name="Primary Presentation Layouts">
      <a:majorFont>
        <a:latin typeface="Calibri"/>
        <a:ea typeface="Calibri"/>
        <a:cs typeface="Calibri"/>
      </a:majorFont>
      <a:minorFont>
        <a:latin typeface="Calibri"/>
        <a:ea typeface="Calibri"/>
        <a:cs typeface="Calibri"/>
      </a:minorFont>
    </a:fontScheme>
    <a:fmtScheme name="Primary Presentation Layou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1057894"/>
            <a:satOff val="4889"/>
            <a:lumOff val="-33725"/>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2800" b="1" i="0" u="none" strike="noStrike" cap="none" spc="0" normalizeH="0" baseline="0">
            <a:ln>
              <a:noFill/>
            </a:ln>
            <a:solidFill>
              <a:schemeClr val="accent3">
                <a:hueOff val="-3600000"/>
                <a:lumOff val="3392"/>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A322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E0D1C449-7FB6-E94B-836A-309631D964BC}" vid="{36C921A7-E0A5-4546-8255-4EC35B91BE8A}"/>
    </a:ext>
  </a:extLst>
</a:theme>
</file>

<file path=ppt/theme/theme2.xml><?xml version="1.0" encoding="utf-8"?>
<a:theme xmlns:a="http://schemas.openxmlformats.org/drawingml/2006/main" name="Primary Presentation Layouts">
  <a:themeElements>
    <a:clrScheme name="Primary Presentation Layouts">
      <a:dk1>
        <a:srgbClr val="000000"/>
      </a:dk1>
      <a:lt1>
        <a:srgbClr val="FFFFFF"/>
      </a:lt1>
      <a:dk2>
        <a:srgbClr val="9D9D9D"/>
      </a:dk2>
      <a:lt2>
        <a:srgbClr val="A32200"/>
      </a:lt2>
      <a:accent1>
        <a:srgbClr val="FCC0C5"/>
      </a:accent1>
      <a:accent2>
        <a:srgbClr val="5BCBDE"/>
      </a:accent2>
      <a:accent3>
        <a:srgbClr val="F6F6F6"/>
      </a:accent3>
      <a:accent4>
        <a:srgbClr val="434648"/>
      </a:accent4>
      <a:accent5>
        <a:srgbClr val="FFCBFF"/>
      </a:accent5>
      <a:accent6>
        <a:srgbClr val="1168CD"/>
      </a:accent6>
      <a:hlink>
        <a:srgbClr val="0000FF"/>
      </a:hlink>
      <a:folHlink>
        <a:srgbClr val="FF00FF"/>
      </a:folHlink>
    </a:clrScheme>
    <a:fontScheme name="Primary Presentation Layouts">
      <a:majorFont>
        <a:latin typeface="Calibri"/>
        <a:ea typeface="Calibri"/>
        <a:cs typeface="Calibri"/>
      </a:majorFont>
      <a:minorFont>
        <a:latin typeface="Calibri"/>
        <a:ea typeface="Calibri"/>
        <a:cs typeface="Calibri"/>
      </a:minorFont>
    </a:fontScheme>
    <a:fmtScheme name="Primary Presentation Layou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1057894"/>
            <a:satOff val="4889"/>
            <a:lumOff val="-33725"/>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2800" b="1" i="0" u="none" strike="noStrike" cap="none" spc="0" normalizeH="0" baseline="0">
            <a:ln>
              <a:noFill/>
            </a:ln>
            <a:solidFill>
              <a:schemeClr val="accent3">
                <a:hueOff val="-3600000"/>
                <a:lumOff val="3392"/>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A322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586BB0CA657274B8C976C7E0436D499" ma:contentTypeVersion="22" ma:contentTypeDescription="Create a new document." ma:contentTypeScope="" ma:versionID="089dd435892c48914cdcc61cad93c74c">
  <xsd:schema xmlns:xsd="http://www.w3.org/2001/XMLSchema" xmlns:xs="http://www.w3.org/2001/XMLSchema" xmlns:p="http://schemas.microsoft.com/office/2006/metadata/properties" xmlns:ns1="http://schemas.microsoft.com/sharepoint/v3" xmlns:ns2="5480af4b-b6c5-4b62-abbf-9db793521990" xmlns:ns3="f5f250e4-2cf5-4e3d-922a-2a876ee07fc4" targetNamespace="http://schemas.microsoft.com/office/2006/metadata/properties" ma:root="true" ma:fieldsID="ab69233260927e1bd6ddfe9e60c5ce62" ns1:_="" ns2:_="" ns3:_="">
    <xsd:import namespace="http://schemas.microsoft.com/sharepoint/v3"/>
    <xsd:import namespace="5480af4b-b6c5-4b62-abbf-9db793521990"/>
    <xsd:import namespace="f5f250e4-2cf5-4e3d-922a-2a876ee07fc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element ref="ns2:July" minOccurs="0"/>
                <xsd:element ref="ns2:MediaServiceSearchProperties" minOccurs="0"/>
                <xsd:element ref="ns2:MediaServiceObjectDetectorVersion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480af4b-b6c5-4b62-abbf-9db7935219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aa64814-f827-41fa-8057-0fb5da987058" ma:termSetId="09814cd3-568e-fe90-9814-8d621ff8fb84" ma:anchorId="fba54fb3-c3e1-fe81-a776-ca4b69148c4d" ma:open="true" ma:isKeyword="false">
      <xsd:complexType>
        <xsd:sequence>
          <xsd:element ref="pc:Terms" minOccurs="0" maxOccurs="1"/>
        </xsd:sequence>
      </xsd:complexType>
    </xsd:element>
    <xsd:element name="July" ma:index="24" nillable="true" ma:displayName="July" ma:default="2023-01-31T00:00:00Z" ma:format="DateOnly" ma:internalName="July">
      <xsd:simpleType>
        <xsd:restriction base="dms:DateTim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5f250e4-2cf5-4e3d-922a-2a876ee07fc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0aa707c-1209-4a5e-baba-bf9dbd791563}" ma:internalName="TaxCatchAll" ma:showField="CatchAllData" ma:web="f5f250e4-2cf5-4e3d-922a-2a876ee07f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480af4b-b6c5-4b62-abbf-9db793521990">
      <Terms xmlns="http://schemas.microsoft.com/office/infopath/2007/PartnerControls"/>
    </lcf76f155ced4ddcb4097134ff3c332f>
    <TaxCatchAll xmlns="f5f250e4-2cf5-4e3d-922a-2a876ee07fc4" xsi:nil="true"/>
    <July xmlns="5480af4b-b6c5-4b62-abbf-9db793521990">2023-01-31T00:00:00+00:00</July>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A833EDC0-866E-4DC3-8CC5-83B041C91F15}">
  <ds:schemaRefs>
    <ds:schemaRef ds:uri="http://schemas.microsoft.com/sharepoint/v3/contenttype/forms"/>
  </ds:schemaRefs>
</ds:datastoreItem>
</file>

<file path=customXml/itemProps2.xml><?xml version="1.0" encoding="utf-8"?>
<ds:datastoreItem xmlns:ds="http://schemas.openxmlformats.org/officeDocument/2006/customXml" ds:itemID="{2080B887-0E6F-4A31-9619-EC346D26A7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480af4b-b6c5-4b62-abbf-9db793521990"/>
    <ds:schemaRef ds:uri="f5f250e4-2cf5-4e3d-922a-2a876ee07f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6114350-ED84-4028-A932-6660292FDA82}">
  <ds:schemaRefs>
    <ds:schemaRef ds:uri="http://purl.org/dc/terms/"/>
    <ds:schemaRef ds:uri="f5f250e4-2cf5-4e3d-922a-2a876ee07fc4"/>
    <ds:schemaRef ds:uri="http://schemas.microsoft.com/office/infopath/2007/PartnerControls"/>
    <ds:schemaRef ds:uri="http://purl.org/dc/dcmitype/"/>
    <ds:schemaRef ds:uri="http://schemas.microsoft.com/office/2006/documentManagement/types"/>
    <ds:schemaRef ds:uri="http://www.w3.org/XML/1998/namespace"/>
    <ds:schemaRef ds:uri="http://schemas.openxmlformats.org/package/2006/metadata/core-properties"/>
    <ds:schemaRef ds:uri="http://purl.org/dc/elements/1.1/"/>
    <ds:schemaRef ds:uri="http://schemas.microsoft.com/sharepoint/v3"/>
    <ds:schemaRef ds:uri="5480af4b-b6c5-4b62-abbf-9db793521990"/>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UiP001 Master PPT Refresh 20250502 1</Template>
  <TotalTime>9</TotalTime>
  <Words>251</Words>
  <Application>Microsoft Office PowerPoint</Application>
  <PresentationFormat>Custom</PresentationFormat>
  <Paragraphs>46</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Primary Presentation Layouts</vt:lpstr>
      <vt:lpstr>Presentation title goes here in maximum 2 lines.</vt:lpstr>
      <vt:lpstr>PowerPoint Presentation</vt:lpstr>
      <vt:lpstr>Problem statement and proposed solution</vt:lpstr>
      <vt:lpstr>PowerPoint Presentation</vt:lpstr>
      <vt:lpstr>PowerPoint Presentation</vt:lpstr>
      <vt:lpstr>PowerPoint Presentation</vt:lpstr>
      <vt:lpstr>Closing message goes here.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Andreea Tomescu</dc:creator>
  <cp:keywords/>
  <dc:description/>
  <cp:lastModifiedBy>Ana-Maria Bulhac</cp:lastModifiedBy>
  <cp:revision>2</cp:revision>
  <dcterms:created xsi:type="dcterms:W3CDTF">2025-06-06T15:41:05Z</dcterms:created>
  <dcterms:modified xsi:type="dcterms:W3CDTF">2026-05-14T18:01:11Z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0x0101006586BB0CA657274B8C976C7E0436D499</vt:lpwstr>
  </property>
  <property fmtid="{D5CDD505-2E9C-101B-9397-08002B2CF9AE}" pid="3" name="MediaServiceImageTags">
    <vt:lpwstr/>
  </property>
</Properties>
</file>